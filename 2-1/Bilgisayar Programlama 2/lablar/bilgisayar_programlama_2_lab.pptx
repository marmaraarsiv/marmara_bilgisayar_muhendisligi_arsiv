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65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HEmqu+Bg1C4Ymeb1YUF+i6Gnt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714"/>
  </p:normalViewPr>
  <p:slideViewPr>
    <p:cSldViewPr snapToGrid="0">
      <p:cViewPr varScale="1">
        <p:scale>
          <a:sx n="62" d="100"/>
          <a:sy n="62" d="100"/>
        </p:scale>
        <p:origin x="7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la mengüş" userId="d0096c22fbd15ea3" providerId="LiveId" clId="{B683E1A2-C690-4B0D-9E02-FD45083DBB1A}"/>
    <pc:docChg chg="undo custSel modSld">
      <pc:chgData name="damla mengüş" userId="d0096c22fbd15ea3" providerId="LiveId" clId="{B683E1A2-C690-4B0D-9E02-FD45083DBB1A}" dt="2026-10-06T10:05:12.486" v="31" actId="20577"/>
      <pc:docMkLst>
        <pc:docMk/>
      </pc:docMkLst>
      <pc:sldChg chg="modSp">
        <pc:chgData name="damla mengüş" userId="d0096c22fbd15ea3" providerId="LiveId" clId="{B683E1A2-C690-4B0D-9E02-FD45083DBB1A}" dt="2026-10-06T10:05:12.486" v="31" actId="20577"/>
        <pc:sldMkLst>
          <pc:docMk/>
          <pc:sldMk cId="0" sldId="256"/>
        </pc:sldMkLst>
        <pc:spChg chg="mod">
          <ac:chgData name="damla mengüş" userId="d0096c22fbd15ea3" providerId="LiveId" clId="{B683E1A2-C690-4B0D-9E02-FD45083DBB1A}" dt="2026-10-06T10:05:12.486" v="31" actId="20577"/>
          <ac:spMkLst>
            <pc:docMk/>
            <pc:sldMk cId="0" sldId="256"/>
            <ac:spMk id="97" creationId="{00000000-0000-0000-0000-000000000000}"/>
          </ac:spMkLst>
        </pc:spChg>
      </pc:sldChg>
      <pc:sldChg chg="addSp delSp modSp mod modNotes">
        <pc:chgData name="damla mengüş" userId="d0096c22fbd15ea3" providerId="LiveId" clId="{B683E1A2-C690-4B0D-9E02-FD45083DBB1A}" dt="2026-10-06T10:04:59.361" v="7" actId="14100"/>
        <pc:sldMkLst>
          <pc:docMk/>
          <pc:sldMk cId="0" sldId="258"/>
        </pc:sldMkLst>
        <pc:spChg chg="add mod">
          <ac:chgData name="damla mengüş" userId="d0096c22fbd15ea3" providerId="LiveId" clId="{B683E1A2-C690-4B0D-9E02-FD45083DBB1A}" dt="2026-10-06T10:04:48.115" v="2" actId="478"/>
          <ac:spMkLst>
            <pc:docMk/>
            <pc:sldMk cId="0" sldId="258"/>
            <ac:spMk id="4" creationId="{F8CBB24E-E178-B497-B239-50D4D9CB5404}"/>
          </ac:spMkLst>
        </pc:spChg>
        <pc:picChg chg="add mod">
          <ac:chgData name="damla mengüş" userId="d0096c22fbd15ea3" providerId="LiveId" clId="{B683E1A2-C690-4B0D-9E02-FD45083DBB1A}" dt="2026-10-06T10:04:46.681" v="1"/>
          <ac:picMkLst>
            <pc:docMk/>
            <pc:sldMk cId="0" sldId="258"/>
            <ac:picMk id="2" creationId="{856655C9-707A-6B18-F14F-D20AAD239BC9}"/>
          </ac:picMkLst>
        </pc:picChg>
        <pc:picChg chg="add mod">
          <ac:chgData name="damla mengüş" userId="d0096c22fbd15ea3" providerId="LiveId" clId="{B683E1A2-C690-4B0D-9E02-FD45083DBB1A}" dt="2026-10-06T10:04:59.361" v="7" actId="14100"/>
          <ac:picMkLst>
            <pc:docMk/>
            <pc:sldMk cId="0" sldId="258"/>
            <ac:picMk id="5" creationId="{856655C9-707A-6B18-F14F-D20AAD239BC9}"/>
          </ac:picMkLst>
        </pc:picChg>
        <pc:picChg chg="del">
          <ac:chgData name="damla mengüş" userId="d0096c22fbd15ea3" providerId="LiveId" clId="{B683E1A2-C690-4B0D-9E02-FD45083DBB1A}" dt="2026-10-06T10:04:48.115" v="2" actId="478"/>
          <ac:picMkLst>
            <pc:docMk/>
            <pc:sldMk cId="0" sldId="258"/>
            <ac:picMk id="1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6165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6984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Slaydı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İçerik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Slaydı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ölüm Üst Bilgisi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İki İçerik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şılaştırma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alnızca Başlık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ş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İçerik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Resim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Dikey Metin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key Başlık ve Metin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tr-TR" sz="5400"/>
              <a:t>Bilgisayar Programlama 2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tr-TR" sz="2000" dirty="0"/>
              <a:t>Arş. Gör. Damla MENGÜŞ</a:t>
            </a:r>
            <a:endParaRPr dirty="0"/>
          </a:p>
        </p:txBody>
      </p:sp>
      <p:sp>
        <p:nvSpPr>
          <p:cNvPr id="98" name="Google Shape;98;p1"/>
          <p:cNvSpPr/>
          <p:nvPr/>
        </p:nvSpPr>
        <p:spPr>
          <a:xfrm rot="10800000">
            <a:off x="1" y="0"/>
            <a:ext cx="7188051" cy="6858000"/>
          </a:xfrm>
          <a:custGeom>
            <a:avLst/>
            <a:gdLst/>
            <a:ahLst/>
            <a:cxnLst/>
            <a:rect l="l" t="t" r="r" b="b"/>
            <a:pathLst>
              <a:path w="7188051" h="6858000" extrusionOk="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285" y="492700"/>
            <a:ext cx="4865869" cy="58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/>
              <a:t>Soru 1:</a:t>
            </a:r>
            <a:endParaRPr/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Kullanıcı ekranından isim-soyisim ve doğum tarihi bilgisi alınarak “x isim y soyisimli kişi z yaşındadır” mesajını ekrana çıkartacak python kodunu yazınız.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/>
              <a:t>Cevap 1:</a:t>
            </a:r>
            <a:endParaRPr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8CBB24E-E178-B497-B239-50D4D9CB5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8">
            <a:extLst>
              <a:ext uri="{FF2B5EF4-FFF2-40B4-BE49-F238E27FC236}">
                <a16:creationId xmlns:a16="http://schemas.microsoft.com/office/drawing/2014/main" id="{856655C9-707A-6B18-F14F-D20AAD239BC9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85086"/>
            <a:ext cx="11044869" cy="4083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/>
              <a:t>Soru 2:</a:t>
            </a: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86" t="-232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tr-TR"/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/>
              <a:t>Cevap 2:</a:t>
            </a:r>
            <a:endParaRPr/>
          </a:p>
        </p:txBody>
      </p:sp>
      <p:pic>
        <p:nvPicPr>
          <p:cNvPr id="123" name="Google Shape;123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r="20004"/>
          <a:stretch/>
        </p:blipFill>
        <p:spPr>
          <a:xfrm>
            <a:off x="838200" y="2415941"/>
            <a:ext cx="10904621" cy="2556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/>
              <a:t>Soru 3:</a:t>
            </a:r>
            <a:endParaRPr/>
          </a:p>
        </p:txBody>
      </p:sp>
      <p:sp>
        <p:nvSpPr>
          <p:cNvPr id="129" name="Google Shape;12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İkinci dereceden bir denklemin, kullanıcıdan alınacak değerlerde kullanılarak, köklerini bulacak python kodunu yazınız.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/>
              <a:t>Cevap</a:t>
            </a:r>
            <a:r>
              <a:rPr lang="tr-TR"/>
              <a:t> </a:t>
            </a:r>
            <a:r>
              <a:rPr lang="tr-TR" b="1"/>
              <a:t>3:</a:t>
            </a:r>
            <a:endParaRPr/>
          </a:p>
        </p:txBody>
      </p:sp>
      <p:pic>
        <p:nvPicPr>
          <p:cNvPr id="135" name="Google Shape;135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04471" y="1434164"/>
            <a:ext cx="8701240" cy="474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/>
              <a:t>Soru 4:</a:t>
            </a:r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sz="2800"/>
              <a:t>Sayıyı tersten yazdıran program kodunu yazınız.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022" y="1067383"/>
            <a:ext cx="8306377" cy="472323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 txBox="1"/>
          <p:nvPr/>
        </p:nvSpPr>
        <p:spPr>
          <a:xfrm>
            <a:off x="623236" y="293161"/>
            <a:ext cx="6097604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tr-TR" sz="4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Cevap 4: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 dirty="0"/>
              <a:t>Soru 5:</a:t>
            </a:r>
            <a:endParaRPr dirty="0"/>
          </a:p>
        </p:txBody>
      </p:sp>
      <p:sp>
        <p:nvSpPr>
          <p:cNvPr id="165" name="Google Shape;16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2800"/>
              <a:t>1000’e kadar olan mükemmel sayıları yazdıran program kodunu yazınız.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2800"/>
              <a:t>Mükemmel sayı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2800"/>
              <a:t>6=1+2+3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3434" y="923570"/>
            <a:ext cx="8220233" cy="586453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 txBox="1"/>
          <p:nvPr/>
        </p:nvSpPr>
        <p:spPr>
          <a:xfrm>
            <a:off x="594359" y="400350"/>
            <a:ext cx="6097604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Cevap 5: </a:t>
            </a:r>
            <a:endParaRPr sz="4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 dirty="0"/>
              <a:t>Soru 6:</a:t>
            </a:r>
            <a:endParaRPr dirty="0"/>
          </a:p>
        </p:txBody>
      </p:sp>
      <p:sp>
        <p:nvSpPr>
          <p:cNvPr id="177" name="Google Shape;17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Kullanıcı tarafından girilen 10 tane tam sayının en büyüğünü bulan ve en büyüğünün sırasını ekrana yazan python kodunu yazınız.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 dirty="0"/>
              <a:t>Cevap 6:</a:t>
            </a:r>
            <a:endParaRPr dirty="0"/>
          </a:p>
        </p:txBody>
      </p:sp>
      <p:pic>
        <p:nvPicPr>
          <p:cNvPr id="183" name="Google Shape;183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31940" y="971725"/>
            <a:ext cx="7694351" cy="5372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 dirty="0"/>
              <a:t>Soru 7:</a:t>
            </a:r>
            <a:endParaRPr dirty="0"/>
          </a:p>
        </p:txBody>
      </p:sp>
      <p:sp>
        <p:nvSpPr>
          <p:cNvPr id="189" name="Google Shape;18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2800"/>
              <a:t>1 ile 100 arasında sayı tahmin eden bir oyun programı yazınız.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2800"/>
              <a:t>Sayıyı random atayabilirsiniz.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6620" y="199154"/>
            <a:ext cx="7876040" cy="645969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315227" y="199154"/>
            <a:ext cx="609760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Cevap 7: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b="1" dirty="0"/>
              <a:t>Soru 8:</a:t>
            </a:r>
            <a:endParaRPr dirty="0"/>
          </a:p>
        </p:txBody>
      </p:sp>
      <p:sp>
        <p:nvSpPr>
          <p:cNvPr id="153" name="Google Shape;15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sz="2800"/>
              <a:t>Decimal sayıyı(10’luk sistem) binary sayıya(2’lik sistem) dönüştüren program kodunuz yazınız.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070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6973" y="1020277"/>
            <a:ext cx="9428226" cy="539389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1"/>
          <p:cNvSpPr txBox="1"/>
          <p:nvPr/>
        </p:nvSpPr>
        <p:spPr>
          <a:xfrm>
            <a:off x="767615" y="443832"/>
            <a:ext cx="6097604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Cevap 8:</a:t>
            </a:r>
            <a:endParaRPr sz="4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3266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Geniş ekran</PresentationFormat>
  <Paragraphs>29</Paragraphs>
  <Slides>17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17</vt:i4>
      </vt:variant>
    </vt:vector>
  </HeadingPairs>
  <TitlesOfParts>
    <vt:vector size="21" baseType="lpstr">
      <vt:lpstr>Arial</vt:lpstr>
      <vt:lpstr>Calibri</vt:lpstr>
      <vt:lpstr>Office Teması</vt:lpstr>
      <vt:lpstr>Office Teması</vt:lpstr>
      <vt:lpstr>Bilgisayar Programlama 2</vt:lpstr>
      <vt:lpstr>Soru 1:</vt:lpstr>
      <vt:lpstr>Cevap 1:</vt:lpstr>
      <vt:lpstr>Soru 2:</vt:lpstr>
      <vt:lpstr>Cevap 2:</vt:lpstr>
      <vt:lpstr>Soru 3:</vt:lpstr>
      <vt:lpstr>Cevap 3:</vt:lpstr>
      <vt:lpstr>Soru 4:</vt:lpstr>
      <vt:lpstr>PowerPoint Sunusu</vt:lpstr>
      <vt:lpstr>Soru 5:</vt:lpstr>
      <vt:lpstr>PowerPoint Sunusu</vt:lpstr>
      <vt:lpstr>Soru 6:</vt:lpstr>
      <vt:lpstr>Cevap 6:</vt:lpstr>
      <vt:lpstr>Soru 7:</vt:lpstr>
      <vt:lpstr>PowerPoint Sunusu</vt:lpstr>
      <vt:lpstr>Soru 8: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Merve Cevizci</dc:creator>
  <cp:lastModifiedBy>damla mengüş</cp:lastModifiedBy>
  <cp:revision>3</cp:revision>
  <dcterms:created xsi:type="dcterms:W3CDTF">2022-10-13T04:01:57Z</dcterms:created>
  <dcterms:modified xsi:type="dcterms:W3CDTF">2026-10-06T10:05:14Z</dcterms:modified>
</cp:coreProperties>
</file>