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52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87D4-D613-4A73-8D6A-3EA8128E4454}" type="datetimeFigureOut">
              <a:rPr lang="tr-TR" smtClean="0"/>
              <a:t>29.04.2024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AC59-C36E-49CC-88DC-924427087A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13130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87D4-D613-4A73-8D6A-3EA8128E4454}" type="datetimeFigureOut">
              <a:rPr lang="tr-TR" smtClean="0"/>
              <a:t>29.04.2024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AC59-C36E-49CC-88DC-924427087A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38511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87D4-D613-4A73-8D6A-3EA8128E4454}" type="datetimeFigureOut">
              <a:rPr lang="tr-TR" smtClean="0"/>
              <a:t>29.04.2024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AC59-C36E-49CC-88DC-924427087A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955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87D4-D613-4A73-8D6A-3EA8128E4454}" type="datetimeFigureOut">
              <a:rPr lang="tr-TR" smtClean="0"/>
              <a:t>29.04.2024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AC59-C36E-49CC-88DC-924427087A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75130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87D4-D613-4A73-8D6A-3EA8128E4454}" type="datetimeFigureOut">
              <a:rPr lang="tr-TR" smtClean="0"/>
              <a:t>29.04.2024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AC59-C36E-49CC-88DC-924427087A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14792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87D4-D613-4A73-8D6A-3EA8128E4454}" type="datetimeFigureOut">
              <a:rPr lang="tr-TR" smtClean="0"/>
              <a:t>29.04.2024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AC59-C36E-49CC-88DC-924427087A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29919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87D4-D613-4A73-8D6A-3EA8128E4454}" type="datetimeFigureOut">
              <a:rPr lang="tr-TR" smtClean="0"/>
              <a:t>29.04.2024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AC59-C36E-49CC-88DC-924427087A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17697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87D4-D613-4A73-8D6A-3EA8128E4454}" type="datetimeFigureOut">
              <a:rPr lang="tr-TR" smtClean="0"/>
              <a:t>29.04.2024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AC59-C36E-49CC-88DC-924427087A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198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87D4-D613-4A73-8D6A-3EA8128E4454}" type="datetimeFigureOut">
              <a:rPr lang="tr-TR" smtClean="0"/>
              <a:t>29.04.2024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AC59-C36E-49CC-88DC-924427087A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63572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87D4-D613-4A73-8D6A-3EA8128E4454}" type="datetimeFigureOut">
              <a:rPr lang="tr-TR" smtClean="0"/>
              <a:t>29.04.2024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AC59-C36E-49CC-88DC-924427087A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86407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87D4-D613-4A73-8D6A-3EA8128E4454}" type="datetimeFigureOut">
              <a:rPr lang="tr-TR" smtClean="0"/>
              <a:t>29.04.2024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AC59-C36E-49CC-88DC-924427087A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08153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A87D4-D613-4A73-8D6A-3EA8128E4454}" type="datetimeFigureOut">
              <a:rPr lang="tr-TR" smtClean="0"/>
              <a:t>29.04.2024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F0AC59-C36E-49CC-88DC-924427087A9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0042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890588"/>
            <a:ext cx="8372475" cy="5490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6393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85766"/>
            <a:ext cx="8588250" cy="6120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6421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41868"/>
            <a:ext cx="8136904" cy="5921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0127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39" y="476672"/>
            <a:ext cx="8563923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9194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19" y="620688"/>
            <a:ext cx="8320685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2849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301" y="692696"/>
            <a:ext cx="8308614" cy="5400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8739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732" y="476672"/>
            <a:ext cx="8430537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4187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37" y="523875"/>
            <a:ext cx="8391525" cy="581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523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322" y="764704"/>
            <a:ext cx="8433357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7155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38372"/>
            <a:ext cx="8136904" cy="5928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7386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624498"/>
            <a:ext cx="8380981" cy="582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4682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73" y="548680"/>
            <a:ext cx="8489866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5649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663" y="548680"/>
            <a:ext cx="8527957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4334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81" y="476672"/>
            <a:ext cx="8494037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8553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152" y="476671"/>
            <a:ext cx="8283303" cy="5852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839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06" y="620688"/>
            <a:ext cx="8554658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30147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37" y="404664"/>
            <a:ext cx="8701485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34230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816" y="548680"/>
            <a:ext cx="8612694" cy="5832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80079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" y="620688"/>
            <a:ext cx="8581291" cy="5760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25209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9" y="476672"/>
            <a:ext cx="8820472" cy="589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832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271463"/>
            <a:ext cx="8439150" cy="631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7525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3" y="266700"/>
            <a:ext cx="8296275" cy="632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Metin kutusu 1"/>
          <p:cNvSpPr txBox="1"/>
          <p:nvPr/>
        </p:nvSpPr>
        <p:spPr>
          <a:xfrm>
            <a:off x="3471799" y="6591300"/>
            <a:ext cx="1979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Özelleştir seçeneği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906704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5" y="290513"/>
            <a:ext cx="8362950" cy="627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72090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285750"/>
            <a:ext cx="8391525" cy="628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Metin kutusu 1"/>
          <p:cNvSpPr txBox="1"/>
          <p:nvPr/>
        </p:nvSpPr>
        <p:spPr>
          <a:xfrm>
            <a:off x="3172881" y="6517742"/>
            <a:ext cx="2851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Durumu görüntüle seçeneği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705699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5" y="266700"/>
            <a:ext cx="8362950" cy="6186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Metin kutusu 1"/>
          <p:cNvSpPr txBox="1"/>
          <p:nvPr/>
        </p:nvSpPr>
        <p:spPr>
          <a:xfrm>
            <a:off x="2843808" y="6488668"/>
            <a:ext cx="1944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Ayrıntılar düğmesi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275144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80988"/>
            <a:ext cx="8401050" cy="629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45689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76225"/>
            <a:ext cx="8401050" cy="630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Metin kutusu 1"/>
          <p:cNvSpPr txBox="1"/>
          <p:nvPr/>
        </p:nvSpPr>
        <p:spPr>
          <a:xfrm>
            <a:off x="2915816" y="6603546"/>
            <a:ext cx="3217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Ağ bağlantılarını yönet seçeneği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749027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276225"/>
            <a:ext cx="8429625" cy="630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Metin kutusu 1"/>
          <p:cNvSpPr txBox="1"/>
          <p:nvPr/>
        </p:nvSpPr>
        <p:spPr>
          <a:xfrm>
            <a:off x="2483768" y="6499554"/>
            <a:ext cx="350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Sağ tuşa basıp özellikler açıldığında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743383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266700"/>
            <a:ext cx="8429625" cy="632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84315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62" y="476672"/>
            <a:ext cx="8589810" cy="5841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83328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02981"/>
            <a:ext cx="8064896" cy="625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20809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427" y="476672"/>
            <a:ext cx="8503147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7407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125" y="476672"/>
            <a:ext cx="8212437" cy="5760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08288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84" y="548680"/>
            <a:ext cx="8289072" cy="5705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24736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81" y="548680"/>
            <a:ext cx="8252116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46202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379" y="620688"/>
            <a:ext cx="8176743" cy="5688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90203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92" y="620688"/>
            <a:ext cx="8301172" cy="565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81015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414" y="548681"/>
            <a:ext cx="8139041" cy="581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72447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50" y="404664"/>
            <a:ext cx="8389714" cy="6022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0762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499" y="548680"/>
            <a:ext cx="8574863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05175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650" y="476672"/>
            <a:ext cx="8494822" cy="5906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35933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872" y="476672"/>
            <a:ext cx="8310256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08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252" y="548680"/>
            <a:ext cx="8527549" cy="5688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28439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815" y="764704"/>
            <a:ext cx="8605105" cy="54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69025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846" y="476672"/>
            <a:ext cx="8172305" cy="5904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58562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884" y="620688"/>
            <a:ext cx="8240541" cy="5688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46777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147" y="476672"/>
            <a:ext cx="8544219" cy="5832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07297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714" y="476672"/>
            <a:ext cx="8381098" cy="5832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45681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130" y="548680"/>
            <a:ext cx="8462207" cy="5832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49295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561" y="548680"/>
            <a:ext cx="7935871" cy="5647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37674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1763688" y="2852936"/>
            <a:ext cx="69847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7200" dirty="0" smtClean="0"/>
              <a:t>BÖLÜM SONU </a:t>
            </a:r>
            <a:endParaRPr lang="tr-TR" sz="7200" dirty="0"/>
          </a:p>
        </p:txBody>
      </p:sp>
    </p:spTree>
    <p:extLst>
      <p:ext uri="{BB962C8B-B14F-4D97-AF65-F5344CB8AC3E}">
        <p14:creationId xmlns:p14="http://schemas.microsoft.com/office/powerpoint/2010/main" val="198211903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18</Words>
  <Application>Microsoft Office PowerPoint</Application>
  <PresentationFormat>Ekran Gösterisi (4:3)</PresentationFormat>
  <Paragraphs>6</Paragraphs>
  <Slides>51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51</vt:i4>
      </vt:variant>
    </vt:vector>
  </HeadingPairs>
  <TitlesOfParts>
    <vt:vector size="54" baseType="lpstr">
      <vt:lpstr>Arial</vt:lpstr>
      <vt:lpstr>Calibri</vt:lpstr>
      <vt:lpstr>Ofis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bilgisayarim</dc:creator>
  <cp:lastModifiedBy>Ali BULDU</cp:lastModifiedBy>
  <cp:revision>9</cp:revision>
  <dcterms:created xsi:type="dcterms:W3CDTF">2019-05-07T09:22:40Z</dcterms:created>
  <dcterms:modified xsi:type="dcterms:W3CDTF">2024-04-29T09:12:59Z</dcterms:modified>
</cp:coreProperties>
</file>