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CAC4-5068-4968-963C-D81BDB017CE7}" type="datetimeFigureOut">
              <a:rPr lang="tr-TR" smtClean="0"/>
              <a:t>14/05/2019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7021-08A1-453D-9905-8E5ED9728DE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2519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CAC4-5068-4968-963C-D81BDB017CE7}" type="datetimeFigureOut">
              <a:rPr lang="tr-TR" smtClean="0"/>
              <a:t>14/05/2019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7021-08A1-453D-9905-8E5ED9728DE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93042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CAC4-5068-4968-963C-D81BDB017CE7}" type="datetimeFigureOut">
              <a:rPr lang="tr-TR" smtClean="0"/>
              <a:t>14/05/2019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7021-08A1-453D-9905-8E5ED9728DE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03013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CAC4-5068-4968-963C-D81BDB017CE7}" type="datetimeFigureOut">
              <a:rPr lang="tr-TR" smtClean="0"/>
              <a:t>14/05/2019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7021-08A1-453D-9905-8E5ED9728DE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4990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CAC4-5068-4968-963C-D81BDB017CE7}" type="datetimeFigureOut">
              <a:rPr lang="tr-TR" smtClean="0"/>
              <a:t>14/05/2019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7021-08A1-453D-9905-8E5ED9728DE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31284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CAC4-5068-4968-963C-D81BDB017CE7}" type="datetimeFigureOut">
              <a:rPr lang="tr-TR" smtClean="0"/>
              <a:t>14/05/2019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7021-08A1-453D-9905-8E5ED9728DE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74046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CAC4-5068-4968-963C-D81BDB017CE7}" type="datetimeFigureOut">
              <a:rPr lang="tr-TR" smtClean="0"/>
              <a:t>14/05/2019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7021-08A1-453D-9905-8E5ED9728DE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2036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CAC4-5068-4968-963C-D81BDB017CE7}" type="datetimeFigureOut">
              <a:rPr lang="tr-TR" smtClean="0"/>
              <a:t>14/05/2019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7021-08A1-453D-9905-8E5ED9728DE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24824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CAC4-5068-4968-963C-D81BDB017CE7}" type="datetimeFigureOut">
              <a:rPr lang="tr-TR" smtClean="0"/>
              <a:t>14/05/2019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7021-08A1-453D-9905-8E5ED9728DE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4744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CAC4-5068-4968-963C-D81BDB017CE7}" type="datetimeFigureOut">
              <a:rPr lang="tr-TR" smtClean="0"/>
              <a:t>14/05/2019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7021-08A1-453D-9905-8E5ED9728DE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9324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CAC4-5068-4968-963C-D81BDB017CE7}" type="datetimeFigureOut">
              <a:rPr lang="tr-TR" smtClean="0"/>
              <a:t>14/05/2019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57021-08A1-453D-9905-8E5ED9728DE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79826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8CAC4-5068-4968-963C-D81BDB017CE7}" type="datetimeFigureOut">
              <a:rPr lang="tr-TR" smtClean="0"/>
              <a:t>14/05/2019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57021-08A1-453D-9905-8E5ED9728DE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7463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1285875"/>
            <a:ext cx="7581900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4063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371" y="476672"/>
            <a:ext cx="8629228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4239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260" y="620689"/>
            <a:ext cx="7282139" cy="5554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4197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41" y="548680"/>
            <a:ext cx="8618719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2106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51" y="548680"/>
            <a:ext cx="8302098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0927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26" y="548680"/>
            <a:ext cx="8479749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3310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678" y="620687"/>
            <a:ext cx="6078674" cy="5865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7709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67" y="620688"/>
            <a:ext cx="8305191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6574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60" y="476672"/>
            <a:ext cx="8175677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7038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28" y="692696"/>
            <a:ext cx="7935603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2187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19" y="620688"/>
            <a:ext cx="8673363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8223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92" y="620688"/>
            <a:ext cx="8414217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4673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90" y="548680"/>
            <a:ext cx="8487808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2518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72" y="548680"/>
            <a:ext cx="8310257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1491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51" y="620688"/>
            <a:ext cx="8403498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0142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83" y="620688"/>
            <a:ext cx="8124857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2389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135" y="548680"/>
            <a:ext cx="7909607" cy="568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497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74" y="548680"/>
            <a:ext cx="8047700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9385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923" y="476672"/>
            <a:ext cx="8161395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9428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7" y="548680"/>
            <a:ext cx="8259112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6750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27" y="404664"/>
            <a:ext cx="8360929" cy="5940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36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81" y="548680"/>
            <a:ext cx="8401839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96709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77" y="620688"/>
            <a:ext cx="8135846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5971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021" y="548680"/>
            <a:ext cx="8461955" cy="5760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78222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85" y="476672"/>
            <a:ext cx="8570420" cy="5832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2467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61" y="476672"/>
            <a:ext cx="8549679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93981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405" y="620688"/>
            <a:ext cx="8575817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91394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17" y="548680"/>
            <a:ext cx="8649552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96817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48" y="692696"/>
            <a:ext cx="7999797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27855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73" y="620688"/>
            <a:ext cx="8405199" cy="5678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68830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724" y="620688"/>
            <a:ext cx="8032223" cy="568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12247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51" y="476672"/>
            <a:ext cx="8600497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30028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82" y="548680"/>
            <a:ext cx="8369433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73534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94" y="548680"/>
            <a:ext cx="8072138" cy="5557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45893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53" y="620688"/>
            <a:ext cx="8435994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06241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29" y="404664"/>
            <a:ext cx="8554551" cy="6110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79978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86" y="548680"/>
            <a:ext cx="8299226" cy="5760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7226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506" y="908720"/>
            <a:ext cx="8299611" cy="5328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26637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89" y="476672"/>
            <a:ext cx="8607951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95649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35" y="548680"/>
            <a:ext cx="8032849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76349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80" y="692696"/>
            <a:ext cx="8102441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93459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96" y="404664"/>
            <a:ext cx="8453360" cy="5878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00369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092" y="620688"/>
            <a:ext cx="8179364" cy="563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73631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36" y="620688"/>
            <a:ext cx="8419523" cy="5616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70234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78" y="548680"/>
            <a:ext cx="8434573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29156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662" y="620688"/>
            <a:ext cx="8429409" cy="5760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85402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090" y="548680"/>
            <a:ext cx="8145822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97361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222" y="764704"/>
            <a:ext cx="6493146" cy="543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56463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75" y="692696"/>
            <a:ext cx="8058208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08024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90" y="548680"/>
            <a:ext cx="8215821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71274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02" y="548680"/>
            <a:ext cx="8272728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36089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92" y="692696"/>
            <a:ext cx="8843417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36638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06" y="548679"/>
            <a:ext cx="8474374" cy="5876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07562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923925"/>
            <a:ext cx="7143750" cy="501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39102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2195736" y="2276872"/>
            <a:ext cx="56888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7200" dirty="0" smtClean="0"/>
              <a:t>BÖLÜM SONU </a:t>
            </a:r>
            <a:endParaRPr lang="tr-TR" sz="7200" dirty="0"/>
          </a:p>
        </p:txBody>
      </p:sp>
    </p:spTree>
    <p:extLst>
      <p:ext uri="{BB962C8B-B14F-4D97-AF65-F5344CB8AC3E}">
        <p14:creationId xmlns:p14="http://schemas.microsoft.com/office/powerpoint/2010/main" val="418774208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2</Words>
  <Application>Microsoft Office PowerPoint</Application>
  <PresentationFormat>Ekran Gösterisi (4:3)</PresentationFormat>
  <Paragraphs>1</Paragraphs>
  <Slides>55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55</vt:i4>
      </vt:variant>
    </vt:vector>
  </HeadingPairs>
  <TitlesOfParts>
    <vt:vector size="56" baseType="lpstr">
      <vt:lpstr>Ofis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bilgisayarim</dc:creator>
  <cp:lastModifiedBy>bilgisayarim</cp:lastModifiedBy>
  <cp:revision>9</cp:revision>
  <dcterms:created xsi:type="dcterms:W3CDTF">2019-05-07T10:07:07Z</dcterms:created>
  <dcterms:modified xsi:type="dcterms:W3CDTF">2019-05-14T05:52:58Z</dcterms:modified>
</cp:coreProperties>
</file>