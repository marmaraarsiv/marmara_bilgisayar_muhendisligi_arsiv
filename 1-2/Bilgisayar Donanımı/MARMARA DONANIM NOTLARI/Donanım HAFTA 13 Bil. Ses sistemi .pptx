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FCDA-C9E9-4DF4-840C-528FE3AD22FA}" type="datetimeFigureOut">
              <a:rPr lang="tr-TR" smtClean="0"/>
              <a:t>07/05/2019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196F-3B11-4004-A0F0-63A3F5D364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9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FCDA-C9E9-4DF4-840C-528FE3AD22FA}" type="datetimeFigureOut">
              <a:rPr lang="tr-TR" smtClean="0"/>
              <a:t>07/05/2019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196F-3B11-4004-A0F0-63A3F5D364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16038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FCDA-C9E9-4DF4-840C-528FE3AD22FA}" type="datetimeFigureOut">
              <a:rPr lang="tr-TR" smtClean="0"/>
              <a:t>07/05/2019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196F-3B11-4004-A0F0-63A3F5D364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1578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FCDA-C9E9-4DF4-840C-528FE3AD22FA}" type="datetimeFigureOut">
              <a:rPr lang="tr-TR" smtClean="0"/>
              <a:t>07/05/2019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196F-3B11-4004-A0F0-63A3F5D364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8673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FCDA-C9E9-4DF4-840C-528FE3AD22FA}" type="datetimeFigureOut">
              <a:rPr lang="tr-TR" smtClean="0"/>
              <a:t>07/05/2019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196F-3B11-4004-A0F0-63A3F5D364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6799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FCDA-C9E9-4DF4-840C-528FE3AD22FA}" type="datetimeFigureOut">
              <a:rPr lang="tr-TR" smtClean="0"/>
              <a:t>07/05/2019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196F-3B11-4004-A0F0-63A3F5D364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4305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FCDA-C9E9-4DF4-840C-528FE3AD22FA}" type="datetimeFigureOut">
              <a:rPr lang="tr-TR" smtClean="0"/>
              <a:t>07/05/2019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196F-3B11-4004-A0F0-63A3F5D364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1082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FCDA-C9E9-4DF4-840C-528FE3AD22FA}" type="datetimeFigureOut">
              <a:rPr lang="tr-TR" smtClean="0"/>
              <a:t>07/05/2019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196F-3B11-4004-A0F0-63A3F5D364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903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FCDA-C9E9-4DF4-840C-528FE3AD22FA}" type="datetimeFigureOut">
              <a:rPr lang="tr-TR" smtClean="0"/>
              <a:t>07/05/2019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196F-3B11-4004-A0F0-63A3F5D364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6675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FCDA-C9E9-4DF4-840C-528FE3AD22FA}" type="datetimeFigureOut">
              <a:rPr lang="tr-TR" smtClean="0"/>
              <a:t>07/05/2019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196F-3B11-4004-A0F0-63A3F5D364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831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FCDA-C9E9-4DF4-840C-528FE3AD22FA}" type="datetimeFigureOut">
              <a:rPr lang="tr-TR" smtClean="0"/>
              <a:t>07/05/2019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196F-3B11-4004-A0F0-63A3F5D364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198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5FCDA-C9E9-4DF4-840C-528FE3AD22FA}" type="datetimeFigureOut">
              <a:rPr lang="tr-TR" smtClean="0"/>
              <a:t>07/05/2019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0196F-3B11-4004-A0F0-63A3F5D3649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934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97717"/>
            <a:ext cx="7632848" cy="57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8062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00" y="692696"/>
            <a:ext cx="8219601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6420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85" y="692696"/>
            <a:ext cx="8131028" cy="547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4217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68" y="476672"/>
            <a:ext cx="8311477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640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20" y="692696"/>
            <a:ext cx="8423963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6100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89" y="764704"/>
            <a:ext cx="8106101" cy="5400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3871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30" y="620688"/>
            <a:ext cx="8163940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1527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06" y="476673"/>
            <a:ext cx="8596074" cy="593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4939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25" y="764704"/>
            <a:ext cx="7592063" cy="5159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3908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39" y="620688"/>
            <a:ext cx="7939809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7088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21" y="692696"/>
            <a:ext cx="8136359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677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50" y="620688"/>
            <a:ext cx="8205700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8158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25" y="548680"/>
            <a:ext cx="849394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0040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56" y="548680"/>
            <a:ext cx="8452296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1015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39" y="908720"/>
            <a:ext cx="8145447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9892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54" y="548680"/>
            <a:ext cx="8014838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4380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92696"/>
            <a:ext cx="8081636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903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52" y="620688"/>
            <a:ext cx="8256917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7790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83" y="620688"/>
            <a:ext cx="7942288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8109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54" y="548680"/>
            <a:ext cx="8286293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7641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73" y="692696"/>
            <a:ext cx="8657738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9222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22" y="548680"/>
            <a:ext cx="8232556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2548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17" y="476672"/>
            <a:ext cx="8289625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5807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56" y="1124744"/>
            <a:ext cx="849642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1146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00" y="620688"/>
            <a:ext cx="8376428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53193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13" y="620688"/>
            <a:ext cx="8247979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4137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50" y="476672"/>
            <a:ext cx="83631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7293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01" y="476672"/>
            <a:ext cx="8383021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9849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89" y="476672"/>
            <a:ext cx="8220423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820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62" y="404664"/>
            <a:ext cx="8363386" cy="5840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338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45" y="620688"/>
            <a:ext cx="8370511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6360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01" y="548680"/>
            <a:ext cx="8389401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96348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40" y="548680"/>
            <a:ext cx="846334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78454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32" y="476672"/>
            <a:ext cx="8863121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38642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72" y="620688"/>
            <a:ext cx="8284927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7044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52" y="620688"/>
            <a:ext cx="8196841" cy="5544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33133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261938"/>
            <a:ext cx="8410575" cy="633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45437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90513"/>
            <a:ext cx="8353425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8921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285750"/>
            <a:ext cx="8420100" cy="628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7691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61938"/>
            <a:ext cx="8382000" cy="633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70228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295275"/>
            <a:ext cx="8420100" cy="626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51500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276225"/>
            <a:ext cx="8334375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63701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76225"/>
            <a:ext cx="8353425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39980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43" y="620688"/>
            <a:ext cx="8081097" cy="5507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67159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1" y="764704"/>
            <a:ext cx="8142284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68924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3" y="900113"/>
            <a:ext cx="7229475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14493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30" y="620688"/>
            <a:ext cx="8186426" cy="5632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10917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81" y="764704"/>
            <a:ext cx="8182037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80436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1547664" y="2420888"/>
            <a:ext cx="49087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7200" dirty="0" smtClean="0"/>
              <a:t>Bölüm Sonu </a:t>
            </a:r>
            <a:endParaRPr lang="tr-TR" sz="7200" dirty="0"/>
          </a:p>
        </p:txBody>
      </p:sp>
    </p:spTree>
    <p:extLst>
      <p:ext uri="{BB962C8B-B14F-4D97-AF65-F5344CB8AC3E}">
        <p14:creationId xmlns:p14="http://schemas.microsoft.com/office/powerpoint/2010/main" val="300056846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</Words>
  <Application>Microsoft Office PowerPoint</Application>
  <PresentationFormat>Ekran Gösterisi (4:3)</PresentationFormat>
  <Paragraphs>1</Paragraphs>
  <Slides>49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49</vt:i4>
      </vt:variant>
    </vt:vector>
  </HeadingPairs>
  <TitlesOfParts>
    <vt:vector size="50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bilgisayarim</cp:lastModifiedBy>
  <cp:revision>3</cp:revision>
  <dcterms:created xsi:type="dcterms:W3CDTF">2019-05-07T13:01:26Z</dcterms:created>
  <dcterms:modified xsi:type="dcterms:W3CDTF">2019-05-07T13:29:07Z</dcterms:modified>
</cp:coreProperties>
</file>