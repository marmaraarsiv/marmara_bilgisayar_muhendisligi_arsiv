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</p:sldIdLst>
  <p:sldSz cx="9144000" cy="6858000" type="screen4x3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52" d="100"/>
          <a:sy n="52" d="100"/>
        </p:scale>
        <p:origin x="-1434" y="-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Alt Başlık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tr-TR" smtClean="0"/>
              <a:t>Asıl alt başlık stilini düzenlemek için tıklatın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A8C96-4284-4585-8046-67EEE53FE784}" type="datetimeFigureOut">
              <a:rPr lang="tr-TR" smtClean="0"/>
              <a:t>25/02/2019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A9723-10D8-43B4-9E9C-F6FA0E064FA9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4183499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A8C96-4284-4585-8046-67EEE53FE784}" type="datetimeFigureOut">
              <a:rPr lang="tr-TR" smtClean="0"/>
              <a:t>25/02/2019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A9723-10D8-43B4-9E9C-F6FA0E064FA9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0173963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A8C96-4284-4585-8046-67EEE53FE784}" type="datetimeFigureOut">
              <a:rPr lang="tr-TR" smtClean="0"/>
              <a:t>25/02/2019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A9723-10D8-43B4-9E9C-F6FA0E064FA9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9847875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İçerik Yer Tutucus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İçerik Yer Tutucus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A8C96-4284-4585-8046-67EEE53FE784}" type="datetimeFigureOut">
              <a:rPr lang="tr-TR" smtClean="0"/>
              <a:t>25/02/2019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A9723-10D8-43B4-9E9C-F6FA0E064FA9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1226267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4" name="İçerik Yer Tutucus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5" name="Metin Yer Tutucusu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6" name="İçerik Yer Tutucus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7" name="Veri Yer Tutucusu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A8C96-4284-4585-8046-67EEE53FE784}" type="datetimeFigureOut">
              <a:rPr lang="tr-TR" smtClean="0"/>
              <a:t>25/02/2019</a:t>
            </a:fld>
            <a:endParaRPr lang="tr-TR"/>
          </a:p>
        </p:txBody>
      </p:sp>
      <p:sp>
        <p:nvSpPr>
          <p:cNvPr id="8" name="Altbilgi Yer Tutucusu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ayt Numarası Yer Tutucus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A9723-10D8-43B4-9E9C-F6FA0E064FA9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6653718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Veri Yer Tutucusu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A8C96-4284-4585-8046-67EEE53FE784}" type="datetimeFigureOut">
              <a:rPr lang="tr-TR" smtClean="0"/>
              <a:t>25/02/2019</a:t>
            </a:fld>
            <a:endParaRPr lang="tr-TR"/>
          </a:p>
        </p:txBody>
      </p:sp>
      <p:sp>
        <p:nvSpPr>
          <p:cNvPr id="4" name="Altbilgi Yer Tutucusu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A9723-10D8-43B4-9E9C-F6FA0E064FA9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0162092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A8C96-4284-4585-8046-67EEE53FE784}" type="datetimeFigureOut">
              <a:rPr lang="tr-TR" smtClean="0"/>
              <a:t>25/02/2019</a:t>
            </a:fld>
            <a:endParaRPr lang="tr-TR"/>
          </a:p>
        </p:txBody>
      </p:sp>
      <p:sp>
        <p:nvSpPr>
          <p:cNvPr id="3" name="Altbilgi Yer Tutucusu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A9723-10D8-43B4-9E9C-F6FA0E064FA9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9494675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A8C96-4284-4585-8046-67EEE53FE784}" type="datetimeFigureOut">
              <a:rPr lang="tr-TR" smtClean="0"/>
              <a:t>25/02/2019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A9723-10D8-43B4-9E9C-F6FA0E064FA9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3789634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Resim Yer Tutucusu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A8C96-4284-4585-8046-67EEE53FE784}" type="datetimeFigureOut">
              <a:rPr lang="tr-TR" smtClean="0"/>
              <a:t>25/02/2019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A9723-10D8-43B4-9E9C-F6FA0E064FA9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665887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,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A8C96-4284-4585-8046-67EEE53FE784}" type="datetimeFigureOut">
              <a:rPr lang="tr-TR" smtClean="0"/>
              <a:t>25/02/2019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A9723-10D8-43B4-9E9C-F6FA0E064FA9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3023091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A8C96-4284-4585-8046-67EEE53FE784}" type="datetimeFigureOut">
              <a:rPr lang="tr-TR" smtClean="0"/>
              <a:t>25/02/2019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A9723-10D8-43B4-9E9C-F6FA0E064FA9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498336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7A8C96-4284-4585-8046-67EEE53FE784}" type="datetimeFigureOut">
              <a:rPr lang="tr-TR" smtClean="0"/>
              <a:t>25/02/2019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1A9723-10D8-43B4-9E9C-F6FA0E064FA9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2014525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lt Başlık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tr-TR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1" y="472265"/>
            <a:ext cx="7820918" cy="53522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673254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918" y="476672"/>
            <a:ext cx="8838608" cy="60486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076197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221" y="404664"/>
            <a:ext cx="8963556" cy="60486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645617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0352" y="620688"/>
            <a:ext cx="8652823" cy="60486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639683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82926"/>
            <a:ext cx="7848871" cy="65128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390047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173" y="476672"/>
            <a:ext cx="8315846" cy="5976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774093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8675" y="862013"/>
            <a:ext cx="7486650" cy="5133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740986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2108" y="476672"/>
            <a:ext cx="8690371" cy="58712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106157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8700" y="881063"/>
            <a:ext cx="7086600" cy="5095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180159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8789" y="548680"/>
            <a:ext cx="8924082" cy="5904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661336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5350" y="804863"/>
            <a:ext cx="7353300" cy="524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393869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613" y="857250"/>
            <a:ext cx="7724775" cy="514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482803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7238" y="885825"/>
            <a:ext cx="7629525" cy="5086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862385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1538" y="933450"/>
            <a:ext cx="7400925" cy="4991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198272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813" y="985838"/>
            <a:ext cx="7572375" cy="488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287347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8663" y="885825"/>
            <a:ext cx="7686675" cy="5086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28443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9625" y="862013"/>
            <a:ext cx="7524750" cy="5133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4638257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3925" y="1028700"/>
            <a:ext cx="7296150" cy="480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8133144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1063" y="976313"/>
            <a:ext cx="7381875" cy="4905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6060790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1063" y="871538"/>
            <a:ext cx="7381875" cy="5114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2945383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0588" y="1500188"/>
            <a:ext cx="7362825" cy="3857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6680042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813" y="876300"/>
            <a:ext cx="7572375" cy="510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9030218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813" y="885825"/>
            <a:ext cx="7572375" cy="5086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8059991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7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3913" y="895350"/>
            <a:ext cx="7496175" cy="5067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5942650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2488" y="871538"/>
            <a:ext cx="7439025" cy="5114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5733438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9163" y="895350"/>
            <a:ext cx="7305675" cy="5067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7687963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9150" y="881063"/>
            <a:ext cx="7505700" cy="5095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3332616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188" y="257175"/>
            <a:ext cx="8429625" cy="6343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3886904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4863" y="871538"/>
            <a:ext cx="7534275" cy="5114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8974413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4388" y="866775"/>
            <a:ext cx="7515225" cy="5124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6653279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4863" y="904875"/>
            <a:ext cx="7534275" cy="5048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6213985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4863" y="942975"/>
            <a:ext cx="7534275" cy="4972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232573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7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5825" y="928688"/>
            <a:ext cx="7372350" cy="5000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9647392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0575" y="895350"/>
            <a:ext cx="7562850" cy="5067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7919592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5350" y="833438"/>
            <a:ext cx="7353300" cy="5191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717346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8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1063" y="909638"/>
            <a:ext cx="7381875" cy="5038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58678905"/>
      </p:ext>
    </p:extLst>
  </p:cSld>
  <p:clrMapOvr>
    <a:masterClrMapping/>
  </p:clrMapOvr>
</p:sld>
</file>

<file path=ppt/theme/theme1.xml><?xml version="1.0" encoding="utf-8"?>
<a:theme xmlns:a="http://schemas.openxmlformats.org/drawingml/2006/main" name="Ofis Teması">
  <a:themeElements>
    <a:clrScheme name="Ofis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i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i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0</Words>
  <Application>Microsoft Office PowerPoint</Application>
  <PresentationFormat>Ekran Gösterisi (4:3)</PresentationFormat>
  <Paragraphs>0</Paragraphs>
  <Slides>36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Slayt Başlıkları</vt:lpstr>
      </vt:variant>
      <vt:variant>
        <vt:i4>36</vt:i4>
      </vt:variant>
    </vt:vector>
  </HeadingPairs>
  <TitlesOfParts>
    <vt:vector size="37" baseType="lpstr">
      <vt:lpstr>Ofis Teması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Sunusu</dc:title>
  <dc:creator>bilgisayarim</dc:creator>
  <cp:lastModifiedBy>bilgisayarim</cp:lastModifiedBy>
  <cp:revision>4</cp:revision>
  <dcterms:created xsi:type="dcterms:W3CDTF">2019-02-25T13:39:20Z</dcterms:created>
  <dcterms:modified xsi:type="dcterms:W3CDTF">2019-02-25T14:08:30Z</dcterms:modified>
</cp:coreProperties>
</file>