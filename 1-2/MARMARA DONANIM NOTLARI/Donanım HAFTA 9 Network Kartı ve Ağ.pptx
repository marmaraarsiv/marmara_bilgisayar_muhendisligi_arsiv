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3" r:id="rId47"/>
    <p:sldId id="304" r:id="rId48"/>
    <p:sldId id="305" r:id="rId49"/>
    <p:sldId id="306" r:id="rId5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4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5915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339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812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946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629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458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343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879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601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2020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964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BFC9C-61F1-406A-BB7E-EA23DC692D9F}" type="datetimeFigureOut">
              <a:rPr lang="tr-TR" smtClean="0"/>
              <a:t>24.04.2024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9E230-E76F-4983-ADF4-CB3CED7948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6665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1233488"/>
            <a:ext cx="6915150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7664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54" y="548680"/>
            <a:ext cx="7622446" cy="5433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615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866775"/>
            <a:ext cx="7410450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385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45" y="476672"/>
            <a:ext cx="8348045" cy="583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7543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976" y="548681"/>
            <a:ext cx="8192480" cy="5772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6746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00" y="404664"/>
            <a:ext cx="8702680" cy="600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2113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847725"/>
            <a:ext cx="7124700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3181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52" y="476672"/>
            <a:ext cx="8259691" cy="59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37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87" y="548680"/>
            <a:ext cx="8283627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2827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07" y="548680"/>
            <a:ext cx="8570194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7319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4" y="548680"/>
            <a:ext cx="8605907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4957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67" y="620688"/>
            <a:ext cx="8581221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3162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30" y="548679"/>
            <a:ext cx="8267926" cy="571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8804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32" y="548680"/>
            <a:ext cx="8200323" cy="576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7927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30" y="548680"/>
            <a:ext cx="8260540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5884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74" y="476672"/>
            <a:ext cx="8518998" cy="5889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3030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18" y="620687"/>
            <a:ext cx="8182938" cy="5634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1440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41" y="692696"/>
            <a:ext cx="8538231" cy="588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4769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94" y="476671"/>
            <a:ext cx="8449570" cy="583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030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98" y="1124744"/>
            <a:ext cx="8519159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781844"/>
            <a:ext cx="2819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6991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71" y="620688"/>
            <a:ext cx="8632702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48478"/>
            <a:ext cx="2819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5397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88" y="692696"/>
            <a:ext cx="8596912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64029"/>
            <a:ext cx="2819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0975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64" y="692696"/>
            <a:ext cx="8168992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454" y="371567"/>
            <a:ext cx="2819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3507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69" y="548680"/>
            <a:ext cx="8561399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05780"/>
            <a:ext cx="2819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5922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26" y="476672"/>
            <a:ext cx="8844762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33772"/>
            <a:ext cx="2819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8107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57" y="620687"/>
            <a:ext cx="8325107" cy="563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3029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86" y="548680"/>
            <a:ext cx="8328486" cy="5879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6282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68" y="620688"/>
            <a:ext cx="8018779" cy="564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788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74" y="764704"/>
            <a:ext cx="8452249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4539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58" y="620688"/>
            <a:ext cx="8808885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413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93" y="548680"/>
            <a:ext cx="8349214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8755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66" y="548680"/>
            <a:ext cx="8434106" cy="5803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7865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44" y="476671"/>
            <a:ext cx="8290512" cy="5847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8896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13" y="548680"/>
            <a:ext cx="8090835" cy="574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1855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70" y="476672"/>
            <a:ext cx="8260385" cy="5868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0162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69" y="548680"/>
            <a:ext cx="8631405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77969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88" y="476672"/>
            <a:ext cx="8253967" cy="5872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35066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96" y="404664"/>
            <a:ext cx="8594263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22578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36" y="548680"/>
            <a:ext cx="8097429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303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31" y="548680"/>
            <a:ext cx="8690337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609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55" y="476672"/>
            <a:ext cx="8533217" cy="587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10977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24" y="620688"/>
            <a:ext cx="8167432" cy="564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01772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43" y="620688"/>
            <a:ext cx="8357502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72078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57" y="620687"/>
            <a:ext cx="8325107" cy="563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41685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04" y="548680"/>
            <a:ext cx="8287688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35507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6" y="476672"/>
            <a:ext cx="8656352" cy="5993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8719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04" y="476672"/>
            <a:ext cx="8485275" cy="6015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2694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74" y="476672"/>
            <a:ext cx="862465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40897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323528" y="2060848"/>
            <a:ext cx="6984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6000" dirty="0" smtClean="0"/>
              <a:t>            BÖLÜM SONU </a:t>
            </a:r>
            <a:endParaRPr lang="tr-TR" sz="6000" dirty="0"/>
          </a:p>
        </p:txBody>
      </p:sp>
    </p:spTree>
    <p:extLst>
      <p:ext uri="{BB962C8B-B14F-4D97-AF65-F5344CB8AC3E}">
        <p14:creationId xmlns:p14="http://schemas.microsoft.com/office/powerpoint/2010/main" val="544894027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</Words>
  <Application>Microsoft Office PowerPoint</Application>
  <PresentationFormat>Ekran Gösterisi (4:3)</PresentationFormat>
  <Paragraphs>1</Paragraphs>
  <Slides>49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49</vt:i4>
      </vt:variant>
    </vt:vector>
  </HeadingPairs>
  <TitlesOfParts>
    <vt:vector size="52" baseType="lpstr">
      <vt:lpstr>Arial</vt:lpstr>
      <vt:lpstr>Calibri</vt:lpstr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ali buldu</cp:lastModifiedBy>
  <cp:revision>12</cp:revision>
  <dcterms:created xsi:type="dcterms:W3CDTF">2019-04-17T11:41:42Z</dcterms:created>
  <dcterms:modified xsi:type="dcterms:W3CDTF">2024-04-24T07:34:45Z</dcterms:modified>
</cp:coreProperties>
</file>