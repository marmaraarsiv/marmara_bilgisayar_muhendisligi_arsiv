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8" r:id="rId1"/>
  </p:sldMasterIdLst>
  <p:notesMasterIdLst>
    <p:notesMasterId r:id="rId24"/>
  </p:notesMasterIdLst>
  <p:sldIdLst>
    <p:sldId id="256" r:id="rId2"/>
    <p:sldId id="263" r:id="rId3"/>
    <p:sldId id="264" r:id="rId4"/>
    <p:sldId id="265" r:id="rId5"/>
    <p:sldId id="266" r:id="rId6"/>
    <p:sldId id="267" r:id="rId7"/>
    <p:sldId id="270" r:id="rId8"/>
    <p:sldId id="283" r:id="rId9"/>
    <p:sldId id="271" r:id="rId10"/>
    <p:sldId id="272" r:id="rId11"/>
    <p:sldId id="273" r:id="rId12"/>
    <p:sldId id="274" r:id="rId13"/>
    <p:sldId id="275" r:id="rId14"/>
    <p:sldId id="276" r:id="rId15"/>
    <p:sldId id="277" r:id="rId16"/>
    <p:sldId id="278" r:id="rId17"/>
    <p:sldId id="279" r:id="rId18"/>
    <p:sldId id="280" r:id="rId19"/>
    <p:sldId id="281" r:id="rId20"/>
    <p:sldId id="262" r:id="rId21"/>
    <p:sldId id="282" r:id="rId22"/>
    <p:sldId id="261" r:id="rId2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16" autoAdjust="0"/>
    <p:restoredTop sz="94660"/>
  </p:normalViewPr>
  <p:slideViewPr>
    <p:cSldViewPr>
      <p:cViewPr varScale="1">
        <p:scale>
          <a:sx n="74" d="100"/>
          <a:sy n="74" d="100"/>
        </p:scale>
        <p:origin x="978" y="5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defRPr sz="1200"/>
            </a:lvl1pPr>
          </a:lstStyle>
          <a:p>
            <a:pPr>
              <a:defRPr/>
            </a:pPr>
            <a:endParaRPr lang="tr-TR"/>
          </a:p>
        </p:txBody>
      </p:sp>
      <p:sp>
        <p:nvSpPr>
          <p:cNvPr id="34819" name="Rectangle 3"/>
          <p:cNvSpPr>
            <a:spLocks noGrp="1" noChangeArrowheads="1"/>
          </p:cNvSpPr>
          <p:nvPr>
            <p:ph type="dt" idx="1"/>
          </p:nvPr>
        </p:nvSpPr>
        <p:spPr bwMode="auto">
          <a:xfrm>
            <a:off x="3884613"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sz="1200"/>
            </a:lvl1pPr>
          </a:lstStyle>
          <a:p>
            <a:pPr>
              <a:defRPr/>
            </a:pPr>
            <a:endParaRPr lang="tr-TR"/>
          </a:p>
        </p:txBody>
      </p:sp>
      <p:sp>
        <p:nvSpPr>
          <p:cNvPr id="2458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21" name="Rectangle 5"/>
          <p:cNvSpPr>
            <a:spLocks noGrp="1" noChangeArrowheads="1"/>
          </p:cNvSpPr>
          <p:nvPr>
            <p:ph type="body" sz="quarter" idx="3"/>
          </p:nvPr>
        </p:nvSpPr>
        <p:spPr bwMode="auto">
          <a:xfrm>
            <a:off x="685800" y="4343400"/>
            <a:ext cx="5486400" cy="4114800"/>
          </a:xfrm>
          <a:prstGeom prst="rect">
            <a:avLst/>
          </a:prstGeom>
          <a:noFill/>
          <a:ln>
            <a:noFill/>
          </a:ln>
          <a:effectLst/>
          <a:extLst/>
        </p:spPr>
        <p:txBody>
          <a:bodyPr vert="horz" wrap="square" lIns="91440" tIns="45720" rIns="91440" bIns="45720" numCol="1" anchor="t" anchorCtr="0" compatLnSpc="1">
            <a:prstTxWarp prst="textNoShape">
              <a:avLst/>
            </a:prstTxWarp>
          </a:bodyPr>
          <a:lstStyle/>
          <a:p>
            <a:pPr lvl="0"/>
            <a:r>
              <a:rPr lang="tr-TR" noProof="0" smtClean="0"/>
              <a:t>Asıl metin stillerini düzenlemek için tıklatın</a:t>
            </a:r>
          </a:p>
          <a:p>
            <a:pPr lvl="1"/>
            <a:r>
              <a:rPr lang="tr-TR" noProof="0" smtClean="0"/>
              <a:t>İkinci düzey</a:t>
            </a:r>
          </a:p>
          <a:p>
            <a:pPr lvl="2"/>
            <a:r>
              <a:rPr lang="tr-TR" noProof="0" smtClean="0"/>
              <a:t>Üçüncü düzey</a:t>
            </a:r>
          </a:p>
          <a:p>
            <a:pPr lvl="3"/>
            <a:r>
              <a:rPr lang="tr-TR" noProof="0" smtClean="0"/>
              <a:t>Dördüncü düzey</a:t>
            </a:r>
          </a:p>
          <a:p>
            <a:pPr lvl="4"/>
            <a:r>
              <a:rPr lang="tr-TR" noProof="0" smtClean="0"/>
              <a:t>Beşinci düzey</a:t>
            </a:r>
          </a:p>
        </p:txBody>
      </p:sp>
      <p:sp>
        <p:nvSpPr>
          <p:cNvPr id="34822" name="Rectangle 6"/>
          <p:cNvSpPr>
            <a:spLocks noGrp="1" noChangeArrowheads="1"/>
          </p:cNvSpPr>
          <p:nvPr>
            <p:ph type="ftr" sz="quarter" idx="4"/>
          </p:nvPr>
        </p:nvSpPr>
        <p:spPr bwMode="auto">
          <a:xfrm>
            <a:off x="0" y="8685213"/>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defRPr sz="1200"/>
            </a:lvl1pPr>
          </a:lstStyle>
          <a:p>
            <a:pPr>
              <a:defRPr/>
            </a:pPr>
            <a:endParaRPr lang="tr-TR"/>
          </a:p>
        </p:txBody>
      </p:sp>
      <p:sp>
        <p:nvSpPr>
          <p:cNvPr id="34823" name="Rectangle 7"/>
          <p:cNvSpPr>
            <a:spLocks noGrp="1" noChangeArrowheads="1"/>
          </p:cNvSpPr>
          <p:nvPr>
            <p:ph type="sldNum" sz="quarter" idx="5"/>
          </p:nvPr>
        </p:nvSpPr>
        <p:spPr bwMode="auto">
          <a:xfrm>
            <a:off x="3884613" y="8685213"/>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defRPr sz="1200"/>
            </a:lvl1pPr>
          </a:lstStyle>
          <a:p>
            <a:pPr>
              <a:defRPr/>
            </a:pPr>
            <a:fld id="{E8E80A73-38E7-442E-A53F-BF9E8E808FC7}" type="slidenum">
              <a:rPr lang="tr-TR"/>
              <a:pPr>
                <a:defRPr/>
              </a:pPr>
              <a:t>‹#›</a:t>
            </a:fld>
            <a:endParaRPr lang="tr-TR"/>
          </a:p>
        </p:txBody>
      </p:sp>
    </p:spTree>
    <p:extLst>
      <p:ext uri="{BB962C8B-B14F-4D97-AF65-F5344CB8AC3E}">
        <p14:creationId xmlns:p14="http://schemas.microsoft.com/office/powerpoint/2010/main" val="129627141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lstStyle>
            <a:lvl1pPr>
              <a:lnSpc>
                <a:spcPct val="100000"/>
              </a:lnSpc>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AB113A44-2894-4802-8274-59FBBEEDA8B2}" type="datetime1">
              <a:rPr lang="tr-TR"/>
              <a:pPr>
                <a:defRPr/>
              </a:pPr>
              <a:t>15.02.2024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07DD35D-73F0-4317-B589-C62C55D51A7C}" type="slidenum">
              <a:rPr lang="en-US"/>
              <a:pPr>
                <a:defRPr/>
              </a:pPr>
              <a:t>‹#›</a:t>
            </a:fld>
            <a:endParaRPr lang="en-US"/>
          </a:p>
        </p:txBody>
      </p:sp>
    </p:spTree>
    <p:extLst>
      <p:ext uri="{BB962C8B-B14F-4D97-AF65-F5344CB8AC3E}">
        <p14:creationId xmlns:p14="http://schemas.microsoft.com/office/powerpoint/2010/main" val="3375575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lstStyle>
            <a:lvl1pPr>
              <a:defRPr sz="4400"/>
            </a:lvl1pPr>
          </a:lstStyle>
          <a:p>
            <a:r>
              <a:rPr lang="en-US" smtClean="0"/>
              <a:t>Click to edit Master title style</a:t>
            </a:r>
            <a:endParaRPr lang="en-US" dirty="0"/>
          </a:p>
        </p:txBody>
      </p:sp>
      <p:sp>
        <p:nvSpPr>
          <p:cNvPr id="3" name="Content Placeholder 2"/>
          <p:cNvSpPr>
            <a:spLocks noGrp="1"/>
          </p:cNvSpPr>
          <p:nvPr>
            <p:ph idx="1"/>
          </p:nvPr>
        </p:nvSpPr>
        <p:spPr>
          <a:xfrm>
            <a:off x="457200" y="1295400"/>
            <a:ext cx="8229600" cy="4830763"/>
          </a:xfrm>
        </p:spPr>
        <p:txBody>
          <a:bodyPr/>
          <a:lstStyle>
            <a:lvl1pPr>
              <a:defRPr>
                <a:solidFill>
                  <a:schemeClr val="tx1">
                    <a:lumMod val="75000"/>
                    <a:lumOff val="25000"/>
                  </a:schemeClr>
                </a:solidFill>
                <a:latin typeface="Trebuchet MS" pitchFamily="34" charset="0"/>
              </a:defRPr>
            </a:lvl1pPr>
            <a:lvl2pPr>
              <a:defRPr>
                <a:solidFill>
                  <a:schemeClr val="tx1">
                    <a:lumMod val="75000"/>
                    <a:lumOff val="25000"/>
                  </a:schemeClr>
                </a:solidFill>
                <a:latin typeface="Trebuchet MS" pitchFamily="34" charset="0"/>
              </a:defRPr>
            </a:lvl2pPr>
            <a:lvl3pPr>
              <a:defRPr>
                <a:solidFill>
                  <a:schemeClr val="tx1">
                    <a:lumMod val="75000"/>
                    <a:lumOff val="25000"/>
                  </a:schemeClr>
                </a:solidFill>
                <a:latin typeface="Trebuchet MS" pitchFamily="34" charset="0"/>
              </a:defRPr>
            </a:lvl3pPr>
            <a:lvl4pPr>
              <a:defRPr>
                <a:solidFill>
                  <a:schemeClr val="tx1">
                    <a:lumMod val="75000"/>
                    <a:lumOff val="25000"/>
                  </a:schemeClr>
                </a:solidFill>
                <a:latin typeface="Trebuchet MS" pitchFamily="34" charset="0"/>
              </a:defRPr>
            </a:lvl4pPr>
            <a:lvl5pPr>
              <a:defRPr>
                <a:solidFill>
                  <a:schemeClr val="tx1">
                    <a:lumMod val="75000"/>
                    <a:lumOff val="25000"/>
                  </a:schemeClr>
                </a:solidFill>
                <a:latin typeface="Trebuchet MS" pitchFamily="34" charset="0"/>
              </a:defRPr>
            </a:lvl5pPr>
            <a:lvl6pPr>
              <a:defRPr/>
            </a:lvl6pPr>
            <a:lvl7pPr>
              <a:defRPr/>
            </a:lvl7pPr>
            <a:lvl8pPr>
              <a:defRPr/>
            </a:lvl8pPr>
            <a:lvl9pPr>
              <a:buFont typeface="Arial" pitchFamily="34" charset="0"/>
              <a:buChar cha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lstStyle>
            <a:lvl1pPr>
              <a:defRPr/>
            </a:lvl1pPr>
          </a:lstStyle>
          <a:p>
            <a:pPr>
              <a:defRPr/>
            </a:pPr>
            <a:fld id="{A626A28F-BFBB-4442-8B74-F24DCE6254F0}" type="datetime1">
              <a:rPr lang="tr-TR"/>
              <a:pPr>
                <a:defRPr/>
              </a:pPr>
              <a:t>15.02.2024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1F80A1F-02BD-41EA-9CE6-5A8A03DD83DD}" type="slidenum">
              <a:rPr lang="en-US"/>
              <a:pPr>
                <a:defRPr/>
              </a:pPr>
              <a:t>‹#›</a:t>
            </a:fld>
            <a:endParaRPr lang="en-US"/>
          </a:p>
        </p:txBody>
      </p:sp>
    </p:spTree>
    <p:extLst>
      <p:ext uri="{BB962C8B-B14F-4D97-AF65-F5344CB8AC3E}">
        <p14:creationId xmlns:p14="http://schemas.microsoft.com/office/powerpoint/2010/main" val="3268725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Oval 3"/>
          <p:cNvSpPr/>
          <p:nvPr/>
        </p:nvSpPr>
        <p:spPr>
          <a:xfrm>
            <a:off x="4495800" y="3924300"/>
            <a:ext cx="84138" cy="84138"/>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Oval 4"/>
          <p:cNvSpPr/>
          <p:nvPr/>
        </p:nvSpPr>
        <p:spPr>
          <a:xfrm>
            <a:off x="4695825" y="3924300"/>
            <a:ext cx="84138" cy="84138"/>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Oval 5"/>
          <p:cNvSpPr/>
          <p:nvPr/>
        </p:nvSpPr>
        <p:spPr>
          <a:xfrm>
            <a:off x="4297363" y="3924300"/>
            <a:ext cx="84137" cy="84138"/>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Title 1"/>
          <p:cNvSpPr>
            <a:spLocks noGrp="1"/>
          </p:cNvSpPr>
          <p:nvPr>
            <p:ph type="title"/>
          </p:nvPr>
        </p:nvSpPr>
        <p:spPr>
          <a:xfrm>
            <a:off x="722313" y="1371600"/>
            <a:ext cx="7772400" cy="2505075"/>
          </a:xfrm>
        </p:spPr>
        <p:txBody>
          <a:bodyPr/>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7" name="Date Placeholder 3"/>
          <p:cNvSpPr>
            <a:spLocks noGrp="1"/>
          </p:cNvSpPr>
          <p:nvPr>
            <p:ph type="dt" sz="half" idx="10"/>
          </p:nvPr>
        </p:nvSpPr>
        <p:spPr/>
        <p:txBody>
          <a:bodyPr/>
          <a:lstStyle>
            <a:lvl1pPr>
              <a:defRPr/>
            </a:lvl1pPr>
          </a:lstStyle>
          <a:p>
            <a:pPr>
              <a:defRPr/>
            </a:pPr>
            <a:fld id="{D6FFFFDA-74A6-4C41-8D78-3A19586087C9}" type="datetime1">
              <a:rPr lang="tr-TR"/>
              <a:pPr>
                <a:defRPr/>
              </a:pPr>
              <a:t>15.02.2024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4C8BD758-2891-4BD7-9C02-2DAB37B74BBA}" type="slidenum">
              <a:rPr lang="en-US"/>
              <a:pPr>
                <a:defRPr/>
              </a:pPr>
              <a:t>‹#›</a:t>
            </a:fld>
            <a:endParaRPr lang="en-US"/>
          </a:p>
        </p:txBody>
      </p:sp>
    </p:spTree>
    <p:extLst>
      <p:ext uri="{BB962C8B-B14F-4D97-AF65-F5344CB8AC3E}">
        <p14:creationId xmlns:p14="http://schemas.microsoft.com/office/powerpoint/2010/main" val="2759072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9" name="Content Placeholder 8"/>
          <p:cNvSpPr>
            <a:spLocks noGrp="1"/>
          </p:cNvSpPr>
          <p:nvPr>
            <p:ph sz="quarter" idx="13"/>
          </p:nvPr>
        </p:nvSpPr>
        <p:spPr>
          <a:xfrm>
            <a:off x="365760" y="1600200"/>
            <a:ext cx="4041648" cy="45262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4"/>
          </p:nvPr>
        </p:nvSpPr>
        <p:spPr/>
        <p:txBody>
          <a:bodyPr/>
          <a:lstStyle>
            <a:lvl1pPr>
              <a:defRPr/>
            </a:lvl1pPr>
          </a:lstStyle>
          <a:p>
            <a:pPr>
              <a:defRPr/>
            </a:pPr>
            <a:fld id="{EC9694D9-5806-4714-82EA-7BE853A6EFE2}" type="datetime1">
              <a:rPr lang="tr-TR"/>
              <a:pPr>
                <a:defRPr/>
              </a:pPr>
              <a:t>15.02.2024</a:t>
            </a:fld>
            <a:endParaRPr lang="en-US"/>
          </a:p>
        </p:txBody>
      </p:sp>
      <p:sp>
        <p:nvSpPr>
          <p:cNvPr id="6" name="Footer Placeholder 4"/>
          <p:cNvSpPr>
            <a:spLocks noGrp="1"/>
          </p:cNvSpPr>
          <p:nvPr>
            <p:ph type="ftr" sz="quarter" idx="15"/>
          </p:nvPr>
        </p:nvSpPr>
        <p:spPr/>
        <p:txBody>
          <a:bodyPr/>
          <a:lstStyle>
            <a:lvl1pPr>
              <a:defRPr/>
            </a:lvl1pPr>
          </a:lstStyle>
          <a:p>
            <a:pPr>
              <a:defRPr/>
            </a:pPr>
            <a:endParaRPr lang="en-US"/>
          </a:p>
        </p:txBody>
      </p:sp>
      <p:sp>
        <p:nvSpPr>
          <p:cNvPr id="7" name="Slide Number Placeholder 5"/>
          <p:cNvSpPr>
            <a:spLocks noGrp="1"/>
          </p:cNvSpPr>
          <p:nvPr>
            <p:ph type="sldNum" sz="quarter" idx="16"/>
          </p:nvPr>
        </p:nvSpPr>
        <p:spPr/>
        <p:txBody>
          <a:bodyPr/>
          <a:lstStyle>
            <a:lvl1pPr>
              <a:defRPr/>
            </a:lvl1pPr>
          </a:lstStyle>
          <a:p>
            <a:pPr>
              <a:defRPr/>
            </a:pPr>
            <a:fld id="{0C0F4A96-834F-4DF5-929D-4ACD7872C563}" type="slidenum">
              <a:rPr lang="en-US"/>
              <a:pPr>
                <a:defRPr/>
              </a:pPr>
              <a:t>‹#›</a:t>
            </a:fld>
            <a:endParaRPr lang="en-US"/>
          </a:p>
        </p:txBody>
      </p:sp>
    </p:spTree>
    <p:extLst>
      <p:ext uri="{BB962C8B-B14F-4D97-AF65-F5344CB8AC3E}">
        <p14:creationId xmlns:p14="http://schemas.microsoft.com/office/powerpoint/2010/main" val="6816593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1" name="Content Placeholder 10"/>
          <p:cNvSpPr>
            <a:spLocks noGrp="1"/>
          </p:cNvSpPr>
          <p:nvPr>
            <p:ph sz="quarter" idx="13"/>
          </p:nvPr>
        </p:nvSpPr>
        <p:spPr>
          <a:xfrm>
            <a:off x="457200" y="2212848"/>
            <a:ext cx="4041648" cy="391363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5"/>
          </p:nvPr>
        </p:nvSpPr>
        <p:spPr/>
        <p:txBody>
          <a:bodyPr/>
          <a:lstStyle>
            <a:lvl1pPr>
              <a:defRPr/>
            </a:lvl1pPr>
          </a:lstStyle>
          <a:p>
            <a:pPr>
              <a:defRPr/>
            </a:pPr>
            <a:fld id="{8D1585BE-139D-41AA-9E94-4534578B6505}" type="datetime1">
              <a:rPr lang="tr-TR"/>
              <a:pPr>
                <a:defRPr/>
              </a:pPr>
              <a:t>15.02.2024</a:t>
            </a:fld>
            <a:endParaRPr lang="en-US"/>
          </a:p>
        </p:txBody>
      </p:sp>
      <p:sp>
        <p:nvSpPr>
          <p:cNvPr id="8" name="Footer Placeholder 4"/>
          <p:cNvSpPr>
            <a:spLocks noGrp="1"/>
          </p:cNvSpPr>
          <p:nvPr>
            <p:ph type="ftr" sz="quarter" idx="16"/>
          </p:nvPr>
        </p:nvSpPr>
        <p:spPr/>
        <p:txBody>
          <a:bodyPr/>
          <a:lstStyle>
            <a:lvl1pPr>
              <a:defRPr/>
            </a:lvl1pPr>
          </a:lstStyle>
          <a:p>
            <a:pPr>
              <a:defRPr/>
            </a:pPr>
            <a:endParaRPr lang="en-US"/>
          </a:p>
        </p:txBody>
      </p:sp>
      <p:sp>
        <p:nvSpPr>
          <p:cNvPr id="9" name="Slide Number Placeholder 5"/>
          <p:cNvSpPr>
            <a:spLocks noGrp="1"/>
          </p:cNvSpPr>
          <p:nvPr>
            <p:ph type="sldNum" sz="quarter" idx="17"/>
          </p:nvPr>
        </p:nvSpPr>
        <p:spPr/>
        <p:txBody>
          <a:bodyPr/>
          <a:lstStyle>
            <a:lvl1pPr>
              <a:defRPr/>
            </a:lvl1pPr>
          </a:lstStyle>
          <a:p>
            <a:pPr>
              <a:defRPr/>
            </a:pPr>
            <a:fld id="{873774C1-37DC-4087-AD57-74BB85EC9DFA}" type="slidenum">
              <a:rPr lang="en-US"/>
              <a:pPr>
                <a:defRPr/>
              </a:pPr>
              <a:t>‹#›</a:t>
            </a:fld>
            <a:endParaRPr lang="en-US"/>
          </a:p>
        </p:txBody>
      </p:sp>
    </p:spTree>
    <p:extLst>
      <p:ext uri="{BB962C8B-B14F-4D97-AF65-F5344CB8AC3E}">
        <p14:creationId xmlns:p14="http://schemas.microsoft.com/office/powerpoint/2010/main" val="3013519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74630D5D-44CF-4C42-82E4-EA4230B7B303}" type="datetime1">
              <a:rPr lang="tr-TR"/>
              <a:pPr>
                <a:defRPr/>
              </a:pPr>
              <a:t>15.02.2024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7A55CB4F-6966-45E7-B7EB-22D37894135A}" type="slidenum">
              <a:rPr lang="en-US"/>
              <a:pPr>
                <a:defRPr/>
              </a:pPr>
              <a:t>‹#›</a:t>
            </a:fld>
            <a:endParaRPr lang="en-US"/>
          </a:p>
        </p:txBody>
      </p:sp>
    </p:spTree>
    <p:extLst>
      <p:ext uri="{BB962C8B-B14F-4D97-AF65-F5344CB8AC3E}">
        <p14:creationId xmlns:p14="http://schemas.microsoft.com/office/powerpoint/2010/main" val="3247098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7D4BC43-07E9-4CD6-8FAC-2C6CBAEF994D}" type="datetime1">
              <a:rPr lang="tr-TR"/>
              <a:pPr>
                <a:defRPr/>
              </a:pPr>
              <a:t>15.02.2024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EA505AAE-2E18-4017-820B-DD196B78E00D}" type="slidenum">
              <a:rPr lang="en-US"/>
              <a:pPr>
                <a:defRPr/>
              </a:pPr>
              <a:t>‹#›</a:t>
            </a:fld>
            <a:endParaRPr lang="en-US"/>
          </a:p>
        </p:txBody>
      </p:sp>
    </p:spTree>
    <p:extLst>
      <p:ext uri="{BB962C8B-B14F-4D97-AF65-F5344CB8AC3E}">
        <p14:creationId xmlns:p14="http://schemas.microsoft.com/office/powerpoint/2010/main" val="2244635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lstStyle>
            <a:lvl1pPr algn="ctr">
              <a:lnSpc>
                <a:spcPct val="100000"/>
              </a:lnSpc>
              <a:defRPr sz="2800" b="0">
                <a:effectLst>
                  <a:outerShdw blurRad="50800" dist="25400" dir="5400000" algn="t" rotWithShape="0">
                    <a:prstClr val="black">
                      <a:alpha val="25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5AA01555-C53D-4743-ACF2-FE0259BB9290}" type="datetime1">
              <a:rPr lang="tr-TR"/>
              <a:pPr>
                <a:defRPr/>
              </a:pPr>
              <a:t>15.02.2024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0F6E3F7-26DC-496D-B5FC-A2782AF61626}" type="slidenum">
              <a:rPr lang="en-US"/>
              <a:pPr>
                <a:defRPr/>
              </a:pPr>
              <a:t>‹#›</a:t>
            </a:fld>
            <a:endParaRPr lang="en-US"/>
          </a:p>
        </p:txBody>
      </p:sp>
    </p:spTree>
    <p:extLst>
      <p:ext uri="{BB962C8B-B14F-4D97-AF65-F5344CB8AC3E}">
        <p14:creationId xmlns:p14="http://schemas.microsoft.com/office/powerpoint/2010/main" val="4164813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lstStyle>
            <a:lvl1pPr algn="ctr">
              <a:lnSpc>
                <a:spcPct val="100000"/>
              </a:lnSpc>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rtlCol="0">
            <a:norm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F6735CAA-2977-4353-A699-0895E31301FF}" type="datetime1">
              <a:rPr lang="tr-TR"/>
              <a:pPr>
                <a:defRPr/>
              </a:pPr>
              <a:t>15.02.2024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0083F39-39C6-4F5B-B3F3-9A1D15D7B7CD}" type="slidenum">
              <a:rPr lang="en-US"/>
              <a:pPr>
                <a:defRPr/>
              </a:pPr>
              <a:t>‹#›</a:t>
            </a:fld>
            <a:endParaRPr lang="en-US"/>
          </a:p>
        </p:txBody>
      </p:sp>
    </p:spTree>
    <p:extLst>
      <p:ext uri="{BB962C8B-B14F-4D97-AF65-F5344CB8AC3E}">
        <p14:creationId xmlns:p14="http://schemas.microsoft.com/office/powerpoint/2010/main" val="32269250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E9AB872E-1A5D-4947-8887-2A0E113D753A}" type="datetime1">
              <a:rPr lang="tr-TR"/>
              <a:pPr>
                <a:defRPr/>
              </a:pPr>
              <a:t>15.02.2024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737589-BA10-4CF5-85E2-B14B16A5A8FA}" type="slidenum">
              <a:rPr lang="en-US"/>
              <a:pPr>
                <a:defRPr/>
              </a:pPr>
              <a:t>‹#›</a:t>
            </a:fld>
            <a:endParaRPr lang="en-US"/>
          </a:p>
        </p:txBody>
      </p:sp>
    </p:spTree>
    <p:extLst>
      <p:ext uri="{BB962C8B-B14F-4D97-AF65-F5344CB8AC3E}">
        <p14:creationId xmlns:p14="http://schemas.microsoft.com/office/powerpoint/2010/main" val="3032641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49E17F4-708A-4892-ADCC-045E82C1D070}" type="datetime1">
              <a:rPr lang="tr-TR"/>
              <a:pPr>
                <a:defRPr/>
              </a:pPr>
              <a:t>15.02.2024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E3A5666-07E2-47CF-BB66-BE07854BD9B1}" type="slidenum">
              <a:rPr lang="en-US"/>
              <a:pPr>
                <a:defRPr/>
              </a:pPr>
              <a:t>‹#›</a:t>
            </a:fld>
            <a:endParaRPr lang="en-US"/>
          </a:p>
        </p:txBody>
      </p:sp>
    </p:spTree>
    <p:extLst>
      <p:ext uri="{BB962C8B-B14F-4D97-AF65-F5344CB8AC3E}">
        <p14:creationId xmlns:p14="http://schemas.microsoft.com/office/powerpoint/2010/main" val="18192467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tr-TR" smtClean="0"/>
              <a:t>Click to edit Master text styles</a:t>
            </a:r>
          </a:p>
          <a:p>
            <a:pPr lvl="1"/>
            <a:r>
              <a:rPr lang="en-US" altLang="tr-TR" smtClean="0"/>
              <a:t>Second level</a:t>
            </a:r>
          </a:p>
          <a:p>
            <a:pPr lvl="2"/>
            <a:r>
              <a:rPr lang="en-US" altLang="tr-TR" smtClean="0"/>
              <a:t>Third level</a:t>
            </a:r>
          </a:p>
          <a:p>
            <a:pPr lvl="3"/>
            <a:r>
              <a:rPr lang="en-US" altLang="tr-TR" smtClean="0"/>
              <a:t>Fourth level</a:t>
            </a:r>
          </a:p>
          <a:p>
            <a:pPr lvl="4"/>
            <a:r>
              <a:rPr lang="en-US" altLang="tr-TR" smtClean="0"/>
              <a:t>Fifth level</a:t>
            </a:r>
          </a:p>
        </p:txBody>
      </p:sp>
      <p:sp>
        <p:nvSpPr>
          <p:cNvPr id="4" name="Date Placeholder 3"/>
          <p:cNvSpPr>
            <a:spLocks noGrp="1"/>
          </p:cNvSpPr>
          <p:nvPr>
            <p:ph type="dt" sz="half" idx="2"/>
          </p:nvPr>
        </p:nvSpPr>
        <p:spPr>
          <a:xfrm>
            <a:off x="6362700"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pPr>
              <a:defRPr/>
            </a:pPr>
            <a:fld id="{151E1E18-5006-43D2-87D9-84D10216ECC5}" type="datetime1">
              <a:rPr lang="tr-TR"/>
              <a:pPr>
                <a:defRPr/>
              </a:pPr>
              <a:t>15.02.2024</a:t>
            </a:fld>
            <a:endParaRPr lang="en-US"/>
          </a:p>
        </p:txBody>
      </p:sp>
      <p:sp>
        <p:nvSpPr>
          <p:cNvPr id="5" name="Footer Placeholder 4"/>
          <p:cNvSpPr>
            <a:spLocks noGrp="1"/>
          </p:cNvSpPr>
          <p:nvPr>
            <p:ph type="ftr" sz="quarter" idx="3"/>
          </p:nvPr>
        </p:nvSpPr>
        <p:spPr>
          <a:xfrm>
            <a:off x="658813"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pPr>
              <a:defRPr/>
            </a:pPr>
            <a:endParaRPr lang="en-US"/>
          </a:p>
        </p:txBody>
      </p:sp>
      <p:sp>
        <p:nvSpPr>
          <p:cNvPr id="6" name="Slide Number Placeholder 5"/>
          <p:cNvSpPr>
            <a:spLocks noGrp="1"/>
          </p:cNvSpPr>
          <p:nvPr>
            <p:ph type="sldNum" sz="quarter" idx="4"/>
          </p:nvPr>
        </p:nvSpPr>
        <p:spPr>
          <a:xfrm>
            <a:off x="8543925"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pPr>
              <a:defRPr/>
            </a:pPr>
            <a:fld id="{8BE04877-D4B7-47A6-A807-0C20484E5D74}" type="slidenum">
              <a:rPr lang="en-US"/>
              <a:pPr>
                <a:defRPr/>
              </a:pPr>
              <a:t>‹#›</a:t>
            </a:fld>
            <a:endParaRPr lang="en-US"/>
          </a:p>
        </p:txBody>
      </p:sp>
      <p:sp>
        <p:nvSpPr>
          <p:cNvPr id="7" name="Oval 6"/>
          <p:cNvSpPr/>
          <p:nvPr/>
        </p:nvSpPr>
        <p:spPr>
          <a:xfrm>
            <a:off x="8458200" y="6499225"/>
            <a:ext cx="84138" cy="84138"/>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Oval 7"/>
          <p:cNvSpPr/>
          <p:nvPr/>
        </p:nvSpPr>
        <p:spPr>
          <a:xfrm>
            <a:off x="569913" y="6499225"/>
            <a:ext cx="84137" cy="84138"/>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 bg1="lt1" tx1="dk1" bg2="lt2" tx2="dk2" accent1="accent1" accent2="accent2" accent3="accent3" accent4="accent4" accent5="accent5" accent6="accent6" hlink="hlink" folHlink="folHlink"/>
  <p:sldLayoutIdLst>
    <p:sldLayoutId id="2147483751" r:id="rId1"/>
    <p:sldLayoutId id="2147483752" r:id="rId2"/>
    <p:sldLayoutId id="2147483761"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Lst>
  <p:hf hdr="0" ftr="0"/>
  <p:txStyles>
    <p:titleStyle>
      <a:lvl1pPr algn="ctr" rtl="0" eaLnBrk="0" fontAlgn="base" hangingPunct="0">
        <a:lnSpc>
          <a:spcPts val="5800"/>
        </a:lnSpc>
        <a:spcBef>
          <a:spcPct val="0"/>
        </a:spcBef>
        <a:spcAft>
          <a:spcPct val="0"/>
        </a:spcAft>
        <a:defRPr sz="5400" kern="1200">
          <a:solidFill>
            <a:schemeClr val="tx2"/>
          </a:solidFill>
          <a:effectLst>
            <a:outerShdw blurRad="63500" dist="38100" dir="5400000" algn="t" rotWithShape="0">
              <a:prstClr val="black">
                <a:alpha val="25000"/>
              </a:prstClr>
            </a:outerShdw>
          </a:effectLst>
          <a:latin typeface="+mn-lt"/>
          <a:ea typeface="+mj-ea"/>
          <a:cs typeface="+mj-cs"/>
        </a:defRPr>
      </a:lvl1pPr>
      <a:lvl2pPr algn="ctr" rtl="0" eaLnBrk="0" fontAlgn="base" hangingPunct="0">
        <a:lnSpc>
          <a:spcPts val="5800"/>
        </a:lnSpc>
        <a:spcBef>
          <a:spcPct val="0"/>
        </a:spcBef>
        <a:spcAft>
          <a:spcPct val="0"/>
        </a:spcAft>
        <a:defRPr sz="5400">
          <a:solidFill>
            <a:schemeClr val="tx2"/>
          </a:solidFill>
          <a:latin typeface="Palatino Linotype" pitchFamily="18" charset="0"/>
        </a:defRPr>
      </a:lvl2pPr>
      <a:lvl3pPr algn="ctr" rtl="0" eaLnBrk="0" fontAlgn="base" hangingPunct="0">
        <a:lnSpc>
          <a:spcPts val="5800"/>
        </a:lnSpc>
        <a:spcBef>
          <a:spcPct val="0"/>
        </a:spcBef>
        <a:spcAft>
          <a:spcPct val="0"/>
        </a:spcAft>
        <a:defRPr sz="5400">
          <a:solidFill>
            <a:schemeClr val="tx2"/>
          </a:solidFill>
          <a:latin typeface="Palatino Linotype" pitchFamily="18" charset="0"/>
        </a:defRPr>
      </a:lvl3pPr>
      <a:lvl4pPr algn="ctr" rtl="0" eaLnBrk="0" fontAlgn="base" hangingPunct="0">
        <a:lnSpc>
          <a:spcPts val="5800"/>
        </a:lnSpc>
        <a:spcBef>
          <a:spcPct val="0"/>
        </a:spcBef>
        <a:spcAft>
          <a:spcPct val="0"/>
        </a:spcAft>
        <a:defRPr sz="5400">
          <a:solidFill>
            <a:schemeClr val="tx2"/>
          </a:solidFill>
          <a:latin typeface="Palatino Linotype" pitchFamily="18" charset="0"/>
        </a:defRPr>
      </a:lvl4pPr>
      <a:lvl5pPr algn="ctr" rtl="0" eaLnBrk="0" fontAlgn="base" hangingPunct="0">
        <a:lnSpc>
          <a:spcPts val="5800"/>
        </a:lnSpc>
        <a:spcBef>
          <a:spcPct val="0"/>
        </a:spcBef>
        <a:spcAft>
          <a:spcPct val="0"/>
        </a:spcAft>
        <a:defRPr sz="5400">
          <a:solidFill>
            <a:schemeClr val="tx2"/>
          </a:solidFill>
          <a:latin typeface="Palatino Linotype" pitchFamily="18" charset="0"/>
        </a:defRPr>
      </a:lvl5pPr>
      <a:lvl6pPr marL="457200" algn="ctr" rtl="0" fontAlgn="base">
        <a:lnSpc>
          <a:spcPts val="5800"/>
        </a:lnSpc>
        <a:spcBef>
          <a:spcPct val="0"/>
        </a:spcBef>
        <a:spcAft>
          <a:spcPct val="0"/>
        </a:spcAft>
        <a:defRPr sz="5400">
          <a:solidFill>
            <a:schemeClr val="tx2"/>
          </a:solidFill>
          <a:latin typeface="Palatino Linotype" pitchFamily="18" charset="0"/>
        </a:defRPr>
      </a:lvl6pPr>
      <a:lvl7pPr marL="914400" algn="ctr" rtl="0" fontAlgn="base">
        <a:lnSpc>
          <a:spcPts val="5800"/>
        </a:lnSpc>
        <a:spcBef>
          <a:spcPct val="0"/>
        </a:spcBef>
        <a:spcAft>
          <a:spcPct val="0"/>
        </a:spcAft>
        <a:defRPr sz="5400">
          <a:solidFill>
            <a:schemeClr val="tx2"/>
          </a:solidFill>
          <a:latin typeface="Palatino Linotype" pitchFamily="18" charset="0"/>
        </a:defRPr>
      </a:lvl7pPr>
      <a:lvl8pPr marL="1371600" algn="ctr" rtl="0" fontAlgn="base">
        <a:lnSpc>
          <a:spcPts val="5800"/>
        </a:lnSpc>
        <a:spcBef>
          <a:spcPct val="0"/>
        </a:spcBef>
        <a:spcAft>
          <a:spcPct val="0"/>
        </a:spcAft>
        <a:defRPr sz="5400">
          <a:solidFill>
            <a:schemeClr val="tx2"/>
          </a:solidFill>
          <a:latin typeface="Palatino Linotype" pitchFamily="18" charset="0"/>
        </a:defRPr>
      </a:lvl8pPr>
      <a:lvl9pPr marL="1828800" algn="ctr" rtl="0" fontAlgn="base">
        <a:lnSpc>
          <a:spcPts val="5800"/>
        </a:lnSpc>
        <a:spcBef>
          <a:spcPct val="0"/>
        </a:spcBef>
        <a:spcAft>
          <a:spcPct val="0"/>
        </a:spcAft>
        <a:defRPr sz="5400">
          <a:solidFill>
            <a:schemeClr val="tx2"/>
          </a:solidFill>
          <a:latin typeface="Palatino Linotype" pitchFamily="18" charset="0"/>
        </a:defRPr>
      </a:lvl9pPr>
    </p:titleStyle>
    <p:bodyStyle>
      <a:lvl1pPr marL="342900" indent="-342900" algn="l" rtl="0" eaLnBrk="0" fontAlgn="base" hangingPunct="0">
        <a:spcBef>
          <a:spcPct val="20000"/>
        </a:spcBef>
        <a:spcAft>
          <a:spcPct val="0"/>
        </a:spcAft>
        <a:buFont typeface="Arial" charset="0"/>
        <a:buChar char="•"/>
        <a:defRPr sz="2400" kern="1200">
          <a:solidFill>
            <a:srgbClr val="7F7F7F"/>
          </a:solidFill>
          <a:latin typeface="+mj-lt"/>
          <a:ea typeface="+mn-ea"/>
          <a:cs typeface="+mn-cs"/>
        </a:defRPr>
      </a:lvl1pPr>
      <a:lvl2pPr marL="742950" indent="-285750" algn="l" rtl="0" eaLnBrk="0" fontAlgn="base" hangingPunct="0">
        <a:spcBef>
          <a:spcPct val="20000"/>
        </a:spcBef>
        <a:spcAft>
          <a:spcPct val="0"/>
        </a:spcAft>
        <a:buFont typeface="Courier New" pitchFamily="49" charset="0"/>
        <a:buChar char="o"/>
        <a:defRPr sz="1600" kern="1200">
          <a:solidFill>
            <a:srgbClr val="7F7F7F"/>
          </a:solidFill>
          <a:latin typeface="+mj-lt"/>
          <a:ea typeface="+mn-ea"/>
          <a:cs typeface="+mn-cs"/>
        </a:defRPr>
      </a:lvl2pPr>
      <a:lvl3pPr marL="1143000" indent="-228600" algn="l" rtl="0" eaLnBrk="0" fontAlgn="base" hangingPunct="0">
        <a:spcBef>
          <a:spcPct val="20000"/>
        </a:spcBef>
        <a:spcAft>
          <a:spcPct val="0"/>
        </a:spcAft>
        <a:buFont typeface="Arial" charset="0"/>
        <a:buChar char="•"/>
        <a:defRPr sz="1600" kern="1200">
          <a:solidFill>
            <a:srgbClr val="7F7F7F"/>
          </a:solidFill>
          <a:latin typeface="+mj-lt"/>
          <a:ea typeface="+mn-ea"/>
          <a:cs typeface="+mn-cs"/>
        </a:defRPr>
      </a:lvl3pPr>
      <a:lvl4pPr marL="1600200" indent="-228600" algn="l" rtl="0" eaLnBrk="0" fontAlgn="base" hangingPunct="0">
        <a:spcBef>
          <a:spcPct val="20000"/>
        </a:spcBef>
        <a:spcAft>
          <a:spcPct val="0"/>
        </a:spcAft>
        <a:buFont typeface="Courier New" pitchFamily="49" charset="0"/>
        <a:buChar char="o"/>
        <a:defRPr sz="1600" kern="1200">
          <a:solidFill>
            <a:srgbClr val="7F7F7F"/>
          </a:solidFill>
          <a:latin typeface="+mj-lt"/>
          <a:ea typeface="+mn-ea"/>
          <a:cs typeface="+mn-cs"/>
        </a:defRPr>
      </a:lvl4pPr>
      <a:lvl5pPr marL="2057400" indent="-228600" algn="l" rtl="0" eaLnBrk="0" fontAlgn="base" hangingPunct="0">
        <a:spcBef>
          <a:spcPct val="20000"/>
        </a:spcBef>
        <a:spcAft>
          <a:spcPct val="0"/>
        </a:spcAft>
        <a:buFont typeface="Arial" charset="0"/>
        <a:buChar char="•"/>
        <a:defRPr sz="1600" kern="1200">
          <a:solidFill>
            <a:srgbClr val="7F7F7F"/>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1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bote.hacettepe.edu.tr/wiki/index.php/Bilgisayar_Donan%C4%B1m%C4%B1" TargetMode="External"/><Relationship Id="rId2" Type="http://schemas.openxmlformats.org/officeDocument/2006/relationships/hyperlink" Target="http://moodle.midas.baskent.edu.tr/" TargetMode="External"/><Relationship Id="rId1" Type="http://schemas.openxmlformats.org/officeDocument/2006/relationships/slideLayout" Target="../slideLayouts/slideLayout2.xml"/><Relationship Id="rId5" Type="http://schemas.openxmlformats.org/officeDocument/2006/relationships/hyperlink" Target="http://www.pclabs.com.tr/2003/03/07/islemciler-cpu-nasil-calisir/" TargetMode="External"/><Relationship Id="rId4" Type="http://schemas.openxmlformats.org/officeDocument/2006/relationships/hyperlink" Target="http://enformatik.balikesir.edu.tr/donanim/bolum_b/tem_kavram.ht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331913" y="1844675"/>
            <a:ext cx="6907212" cy="2209800"/>
          </a:xfrm>
        </p:spPr>
        <p:txBody>
          <a:bodyPr/>
          <a:lstStyle/>
          <a:p>
            <a:pPr eaLnBrk="1" fontAlgn="auto" hangingPunct="1">
              <a:spcAft>
                <a:spcPts val="0"/>
              </a:spcAft>
              <a:defRPr/>
            </a:pPr>
            <a:r>
              <a:rPr lang="tr-TR" dirty="0"/>
              <a:t>Bilgisayar Donanımı Dersi</a:t>
            </a:r>
            <a:endParaRPr lang="en-US" dirty="0"/>
          </a:p>
        </p:txBody>
      </p:sp>
      <p:sp>
        <p:nvSpPr>
          <p:cNvPr id="3075" name="Rectangle 3"/>
          <p:cNvSpPr>
            <a:spLocks noGrp="1" noChangeArrowheads="1"/>
          </p:cNvSpPr>
          <p:nvPr>
            <p:ph type="subTitle" idx="1"/>
          </p:nvPr>
        </p:nvSpPr>
        <p:spPr>
          <a:xfrm>
            <a:off x="1260475" y="4292600"/>
            <a:ext cx="7199313" cy="1219200"/>
          </a:xfrm>
        </p:spPr>
        <p:txBody>
          <a:bodyPr/>
          <a:lstStyle/>
          <a:p>
            <a:pPr algn="l" eaLnBrk="1" hangingPunct="1"/>
            <a:r>
              <a:rPr lang="tr-TR" altLang="tr-TR" smtClean="0">
                <a:solidFill>
                  <a:srgbClr val="898989"/>
                </a:solidFill>
              </a:rPr>
              <a:t>Bilgisayarın Mimarı Yapısı</a:t>
            </a:r>
            <a:r>
              <a:rPr lang="en-US" altLang="tr-TR" smtClean="0">
                <a:solidFill>
                  <a:srgbClr val="898989"/>
                </a:solidFill>
              </a:rPr>
              <a:t> ve </a:t>
            </a:r>
            <a:r>
              <a:rPr lang="tr-TR" altLang="tr-TR" smtClean="0">
                <a:solidFill>
                  <a:srgbClr val="898989"/>
                </a:solidFill>
              </a:rPr>
              <a:t>Çalışma Mantığı</a:t>
            </a:r>
            <a:endParaRPr lang="en-US" altLang="tr-TR" smtClean="0">
              <a:solidFill>
                <a:srgbClr val="898989"/>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4098" name="Picture 8" descr="mimari"/>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0" y="260350"/>
            <a:ext cx="8353425" cy="6242050"/>
          </a:xfr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wrap="square" numCol="1" anchorCtr="0" compatLnSpc="1">
            <a:prstTxWarp prst="textNoShape">
              <a:avLst/>
            </a:prstTxWarp>
          </a:bodyPr>
          <a:lstStyle/>
          <a:p>
            <a:pPr eaLnBrk="1" hangingPunct="1">
              <a:defRPr/>
            </a:pPr>
            <a:r>
              <a:rPr lang="tr-TR" altLang="tr-TR" sz="3000" smtClean="0">
                <a:effectLst>
                  <a:outerShdw blurRad="38100" dist="38100" dir="2700000" algn="tl">
                    <a:srgbClr val="C0C0C0"/>
                  </a:outerShdw>
                </a:effectLst>
              </a:rPr>
              <a:t>Bilgisayarın Mimarı Yapısı</a:t>
            </a:r>
            <a:r>
              <a:rPr lang="en-US" altLang="tr-TR" sz="3000" smtClean="0">
                <a:effectLst>
                  <a:outerShdw blurRad="38100" dist="38100" dir="2700000" algn="tl">
                    <a:srgbClr val="C0C0C0"/>
                  </a:outerShdw>
                </a:effectLst>
              </a:rPr>
              <a:t> ve </a:t>
            </a:r>
            <a:r>
              <a:rPr lang="tr-TR" altLang="tr-TR" sz="3000" smtClean="0">
                <a:effectLst>
                  <a:outerShdw blurRad="38100" dist="38100" dir="2700000" algn="tl">
                    <a:srgbClr val="C0C0C0"/>
                  </a:outerShdw>
                </a:effectLst>
              </a:rPr>
              <a:t>Çalışma Mantığı</a:t>
            </a:r>
            <a:endParaRPr lang="en-US" altLang="tr-TR" sz="3000" smtClean="0">
              <a:effectLst>
                <a:outerShdw blurRad="38100" dist="38100" dir="2700000" algn="tl">
                  <a:srgbClr val="C0C0C0"/>
                </a:outerShdw>
              </a:effectLst>
            </a:endParaRPr>
          </a:p>
        </p:txBody>
      </p:sp>
      <p:sp>
        <p:nvSpPr>
          <p:cNvPr id="5123" name="Rectangle 3"/>
          <p:cNvSpPr>
            <a:spLocks noGrp="1" noChangeArrowheads="1"/>
          </p:cNvSpPr>
          <p:nvPr>
            <p:ph idx="1"/>
          </p:nvPr>
        </p:nvSpPr>
        <p:spPr/>
        <p:txBody>
          <a:bodyPr/>
          <a:lstStyle/>
          <a:p>
            <a:pPr eaLnBrk="1" hangingPunct="1">
              <a:lnSpc>
                <a:spcPct val="90000"/>
              </a:lnSpc>
            </a:pPr>
            <a:r>
              <a:rPr lang="tr-TR" altLang="tr-TR" smtClean="0">
                <a:solidFill>
                  <a:srgbClr val="404040"/>
                </a:solidFill>
              </a:rPr>
              <a:t>Bilgisayarı yapısal olarak; </a:t>
            </a:r>
          </a:p>
          <a:p>
            <a:pPr eaLnBrk="1" hangingPunct="1">
              <a:lnSpc>
                <a:spcPct val="90000"/>
              </a:lnSpc>
              <a:buFont typeface="Wingdings" pitchFamily="2" charset="2"/>
              <a:buNone/>
            </a:pPr>
            <a:r>
              <a:rPr lang="tr-TR" altLang="tr-TR" smtClean="0">
                <a:solidFill>
                  <a:srgbClr val="404040"/>
                </a:solidFill>
              </a:rPr>
              <a:t>	bilgilerin girilmesi, </a:t>
            </a:r>
          </a:p>
          <a:p>
            <a:pPr eaLnBrk="1" hangingPunct="1">
              <a:lnSpc>
                <a:spcPct val="90000"/>
              </a:lnSpc>
              <a:buFont typeface="Wingdings" pitchFamily="2" charset="2"/>
              <a:buNone/>
            </a:pPr>
            <a:r>
              <a:rPr lang="tr-TR" altLang="tr-TR" smtClean="0">
                <a:solidFill>
                  <a:srgbClr val="404040"/>
                </a:solidFill>
              </a:rPr>
              <a:t>	girilen bilgilerin belirtilen durumlara göre işlenmesi, </a:t>
            </a:r>
          </a:p>
          <a:p>
            <a:pPr eaLnBrk="1" hangingPunct="1">
              <a:lnSpc>
                <a:spcPct val="90000"/>
              </a:lnSpc>
              <a:buFont typeface="Wingdings" pitchFamily="2" charset="2"/>
              <a:buNone/>
            </a:pPr>
            <a:r>
              <a:rPr lang="tr-TR" altLang="tr-TR" smtClean="0">
                <a:solidFill>
                  <a:srgbClr val="404040"/>
                </a:solidFill>
              </a:rPr>
              <a:t>	işlem sonuçlarının alınması olarak üç temel fonksiyona sahip bir makine şeklinde tanımlayabiliriz. </a:t>
            </a:r>
            <a:br>
              <a:rPr lang="tr-TR" altLang="tr-TR" smtClean="0">
                <a:solidFill>
                  <a:srgbClr val="404040"/>
                </a:solidFill>
              </a:rPr>
            </a:br>
            <a:endParaRPr lang="tr-TR" altLang="tr-TR" smtClean="0">
              <a:solidFill>
                <a:srgbClr val="404040"/>
              </a:solidFill>
            </a:endParaRPr>
          </a:p>
          <a:p>
            <a:pPr eaLnBrk="1" hangingPunct="1">
              <a:lnSpc>
                <a:spcPct val="90000"/>
              </a:lnSpc>
              <a:buFont typeface="Wingdings" pitchFamily="2" charset="2"/>
              <a:buNone/>
            </a:pPr>
            <a:r>
              <a:rPr lang="tr-TR" altLang="tr-TR" smtClean="0">
                <a:solidFill>
                  <a:srgbClr val="404040"/>
                </a:solidFill>
              </a:rPr>
              <a:t>	Bu üç temel fonksiyonu gerçekleştirebilmek için sahip olması gereken mimari ise;</a:t>
            </a:r>
            <a:endParaRPr lang="en-US" altLang="tr-TR" smtClean="0">
              <a:solidFill>
                <a:srgbClr val="404040"/>
              </a:solidFill>
            </a:endParaRPr>
          </a:p>
          <a:p>
            <a:pPr eaLnBrk="1" hangingPunct="1">
              <a:lnSpc>
                <a:spcPct val="90000"/>
              </a:lnSpc>
            </a:pPr>
            <a:r>
              <a:rPr lang="tr-TR" altLang="tr-TR" smtClean="0">
                <a:solidFill>
                  <a:srgbClr val="404040"/>
                </a:solidFill>
              </a:rPr>
              <a:t>1. Girdi Üniteleri.</a:t>
            </a:r>
          </a:p>
          <a:p>
            <a:pPr eaLnBrk="1" hangingPunct="1">
              <a:lnSpc>
                <a:spcPct val="90000"/>
              </a:lnSpc>
              <a:buFont typeface="Wingdings" pitchFamily="2" charset="2"/>
              <a:buNone/>
            </a:pPr>
            <a:r>
              <a:rPr lang="tr-TR" altLang="tr-TR" smtClean="0">
                <a:solidFill>
                  <a:srgbClr val="404040"/>
                </a:solidFill>
              </a:rPr>
              <a:t>	2. Merkezi İşlem Birimi (CPU) (İşlemci) </a:t>
            </a:r>
          </a:p>
          <a:p>
            <a:pPr eaLnBrk="1" hangingPunct="1">
              <a:lnSpc>
                <a:spcPct val="90000"/>
              </a:lnSpc>
              <a:buFont typeface="Wingdings" pitchFamily="2" charset="2"/>
              <a:buNone/>
            </a:pPr>
            <a:r>
              <a:rPr lang="tr-TR" altLang="tr-TR" smtClean="0">
                <a:solidFill>
                  <a:srgbClr val="404040"/>
                </a:solidFill>
              </a:rPr>
              <a:t>	3. Çıktı Üniteleri’dir.</a:t>
            </a:r>
            <a:endParaRPr lang="en-US" altLang="tr-TR" smtClean="0">
              <a:solidFill>
                <a:srgbClr val="404040"/>
              </a:solidFill>
            </a:endParaRPr>
          </a:p>
          <a:p>
            <a:pPr eaLnBrk="1" hangingPunct="1">
              <a:lnSpc>
                <a:spcPct val="90000"/>
              </a:lnSpc>
            </a:pPr>
            <a:endParaRPr lang="en-US" altLang="tr-TR" smtClean="0">
              <a:solidFill>
                <a:srgbClr val="404040"/>
              </a:solidFill>
            </a:endParaRPr>
          </a:p>
        </p:txBody>
      </p:sp>
      <p:sp>
        <p:nvSpPr>
          <p:cNvPr id="4" name="Date Placeholder 3"/>
          <p:cNvSpPr>
            <a:spLocks noGrp="1"/>
          </p:cNvSpPr>
          <p:nvPr>
            <p:ph type="dt" sz="quarter" idx="10"/>
          </p:nvPr>
        </p:nvSpPr>
        <p:spPr/>
        <p:txBody>
          <a:bodyPr/>
          <a:lstStyle/>
          <a:p>
            <a:pPr>
              <a:defRPr/>
            </a:pPr>
            <a:fld id="{55E06516-1EF3-42B1-9B29-38435EF0448A}" type="datetime1">
              <a:rPr lang="tr-TR"/>
              <a:pPr>
                <a:defRPr/>
              </a:pPr>
              <a:t>15.02.2024</a:t>
            </a:fld>
            <a:endParaRPr lang="en-US"/>
          </a:p>
        </p:txBody>
      </p:sp>
      <p:sp>
        <p:nvSpPr>
          <p:cNvPr id="5" name="Slide Number Placeholder 5"/>
          <p:cNvSpPr>
            <a:spLocks noGrp="1"/>
          </p:cNvSpPr>
          <p:nvPr>
            <p:ph type="sldNum" sz="quarter" idx="12"/>
          </p:nvPr>
        </p:nvSpPr>
        <p:spPr/>
        <p:txBody>
          <a:bodyPr/>
          <a:lstStyle/>
          <a:p>
            <a:pPr>
              <a:defRPr/>
            </a:pPr>
            <a:fld id="{65C1E1DA-0BE8-4D9B-9D99-EA5EAAFA3DF4}" type="slidenum">
              <a:rPr lang="en-US"/>
              <a:pPr>
                <a:defRPr/>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wrap="square" numCol="1" anchorCtr="0" compatLnSpc="1">
            <a:prstTxWarp prst="textNoShape">
              <a:avLst/>
            </a:prstTxWarp>
          </a:bodyPr>
          <a:lstStyle/>
          <a:p>
            <a:pPr eaLnBrk="1" hangingPunct="1">
              <a:defRPr/>
            </a:pPr>
            <a:r>
              <a:rPr lang="tr-TR" altLang="tr-TR" sz="3000" smtClean="0">
                <a:effectLst>
                  <a:outerShdw blurRad="38100" dist="38100" dir="2700000" algn="tl">
                    <a:srgbClr val="C0C0C0"/>
                  </a:outerShdw>
                </a:effectLst>
              </a:rPr>
              <a:t>Bilgisayarın Mimarı Yapısı</a:t>
            </a:r>
            <a:r>
              <a:rPr lang="en-US" altLang="tr-TR" sz="3000" smtClean="0">
                <a:effectLst>
                  <a:outerShdw blurRad="38100" dist="38100" dir="2700000" algn="tl">
                    <a:srgbClr val="C0C0C0"/>
                  </a:outerShdw>
                </a:effectLst>
              </a:rPr>
              <a:t> ve </a:t>
            </a:r>
            <a:r>
              <a:rPr lang="tr-TR" altLang="tr-TR" sz="3000" smtClean="0">
                <a:effectLst>
                  <a:outerShdw blurRad="38100" dist="38100" dir="2700000" algn="tl">
                    <a:srgbClr val="C0C0C0"/>
                  </a:outerShdw>
                </a:effectLst>
              </a:rPr>
              <a:t>Çalışma Mantığı</a:t>
            </a:r>
            <a:endParaRPr lang="en-US" altLang="tr-TR" sz="3000" smtClean="0">
              <a:effectLst>
                <a:outerShdw blurRad="38100" dist="38100" dir="2700000" algn="tl">
                  <a:srgbClr val="C0C0C0"/>
                </a:outerShdw>
              </a:effectLst>
            </a:endParaRPr>
          </a:p>
        </p:txBody>
      </p:sp>
      <p:sp>
        <p:nvSpPr>
          <p:cNvPr id="6147" name="Rectangle 3"/>
          <p:cNvSpPr>
            <a:spLocks noGrp="1" noChangeArrowheads="1"/>
          </p:cNvSpPr>
          <p:nvPr>
            <p:ph idx="1"/>
          </p:nvPr>
        </p:nvSpPr>
        <p:spPr/>
        <p:txBody>
          <a:bodyPr/>
          <a:lstStyle/>
          <a:p>
            <a:pPr eaLnBrk="1" hangingPunct="1">
              <a:lnSpc>
                <a:spcPct val="90000"/>
              </a:lnSpc>
            </a:pPr>
            <a:r>
              <a:rPr lang="tr-TR" altLang="tr-TR" sz="2000" b="1" smtClean="0">
                <a:solidFill>
                  <a:srgbClr val="404040"/>
                </a:solidFill>
              </a:rPr>
              <a:t>GİRDİ ÜNİTELERİ: </a:t>
            </a:r>
            <a:r>
              <a:rPr lang="tr-TR" altLang="tr-TR" sz="2000" smtClean="0">
                <a:solidFill>
                  <a:srgbClr val="404040"/>
                </a:solidFill>
              </a:rPr>
              <a:t>Bilgilerin bilgisayara aktarılmasını sağlayan klavye, fare, tarayıcı yada veri yolu üzerine takılmış fax-modem kartı gibi herhangi bir kart olabilir.</a:t>
            </a:r>
            <a:endParaRPr lang="tr-TR" altLang="tr-TR" sz="2000" b="1" smtClean="0">
              <a:solidFill>
                <a:srgbClr val="404040"/>
              </a:solidFill>
            </a:endParaRPr>
          </a:p>
          <a:p>
            <a:pPr eaLnBrk="1" hangingPunct="1">
              <a:lnSpc>
                <a:spcPct val="90000"/>
              </a:lnSpc>
            </a:pPr>
            <a:r>
              <a:rPr lang="tr-TR" altLang="tr-TR" sz="2000" b="1" smtClean="0">
                <a:solidFill>
                  <a:srgbClr val="404040"/>
                </a:solidFill>
              </a:rPr>
              <a:t>MERKEZİ İŞLEM BİRİMİ: </a:t>
            </a:r>
            <a:r>
              <a:rPr lang="tr-TR" altLang="tr-TR" sz="2000" smtClean="0">
                <a:solidFill>
                  <a:srgbClr val="404040"/>
                </a:solidFill>
              </a:rPr>
              <a:t>Veriyi işleme kabiliyetine sahiptir. Üç temel görevi vardır:</a:t>
            </a:r>
            <a:endParaRPr lang="tr-TR" altLang="tr-TR" sz="2000" b="1" smtClean="0">
              <a:solidFill>
                <a:srgbClr val="404040"/>
              </a:solidFill>
            </a:endParaRPr>
          </a:p>
          <a:p>
            <a:pPr eaLnBrk="1" hangingPunct="1">
              <a:lnSpc>
                <a:spcPct val="90000"/>
              </a:lnSpc>
              <a:buFont typeface="Wingdings" pitchFamily="2" charset="2"/>
              <a:buNone/>
            </a:pPr>
            <a:r>
              <a:rPr lang="tr-TR" altLang="tr-TR" sz="2000" b="1" smtClean="0">
                <a:solidFill>
                  <a:srgbClr val="404040"/>
                </a:solidFill>
              </a:rPr>
              <a:t>	1. Mantıksal İşlemler:</a:t>
            </a:r>
            <a:r>
              <a:rPr lang="tr-TR" altLang="tr-TR" sz="2000" smtClean="0">
                <a:solidFill>
                  <a:srgbClr val="404040"/>
                </a:solidFill>
              </a:rPr>
              <a:t> 1&lt;2 doğrudur, 3=4 yanlıştır gibi kararları verir</a:t>
            </a:r>
            <a:endParaRPr lang="tr-TR" altLang="tr-TR" sz="2000" b="1" smtClean="0">
              <a:solidFill>
                <a:srgbClr val="404040"/>
              </a:solidFill>
            </a:endParaRPr>
          </a:p>
          <a:p>
            <a:pPr eaLnBrk="1" hangingPunct="1">
              <a:lnSpc>
                <a:spcPct val="90000"/>
              </a:lnSpc>
              <a:buFont typeface="Wingdings" pitchFamily="2" charset="2"/>
              <a:buNone/>
            </a:pPr>
            <a:r>
              <a:rPr lang="tr-TR" altLang="tr-TR" sz="2000" b="1" smtClean="0">
                <a:solidFill>
                  <a:srgbClr val="404040"/>
                </a:solidFill>
              </a:rPr>
              <a:t>	2. Matematiksel İşlemler:</a:t>
            </a:r>
            <a:r>
              <a:rPr lang="tr-TR" altLang="tr-TR" sz="2000" smtClean="0">
                <a:solidFill>
                  <a:srgbClr val="404040"/>
                </a:solidFill>
              </a:rPr>
              <a:t> 1+1=2, 6-2=4 gibi toplama çıkarma işlemleri</a:t>
            </a:r>
            <a:endParaRPr lang="tr-TR" altLang="tr-TR" sz="2000" b="1" smtClean="0">
              <a:solidFill>
                <a:srgbClr val="404040"/>
              </a:solidFill>
            </a:endParaRPr>
          </a:p>
          <a:p>
            <a:pPr eaLnBrk="1" hangingPunct="1">
              <a:lnSpc>
                <a:spcPct val="90000"/>
              </a:lnSpc>
              <a:buFont typeface="Wingdings" pitchFamily="2" charset="2"/>
              <a:buNone/>
            </a:pPr>
            <a:r>
              <a:rPr lang="tr-TR" altLang="tr-TR" sz="2000" b="1" smtClean="0">
                <a:solidFill>
                  <a:srgbClr val="404040"/>
                </a:solidFill>
              </a:rPr>
              <a:t>	3. Kontrol Mekanizması:</a:t>
            </a:r>
            <a:r>
              <a:rPr lang="tr-TR" altLang="tr-TR" sz="2000" smtClean="0">
                <a:solidFill>
                  <a:srgbClr val="404040"/>
                </a:solidFill>
              </a:rPr>
              <a:t> Bilgisayar üzerindeki aletlerin işlemciyle ve kendileriyle olan  ilişkilerini düzenlemek ve kontrol etmek. </a:t>
            </a:r>
            <a:endParaRPr lang="tr-TR" altLang="tr-TR" sz="2000" b="1" smtClean="0">
              <a:solidFill>
                <a:srgbClr val="404040"/>
              </a:solidFill>
            </a:endParaRPr>
          </a:p>
          <a:p>
            <a:pPr eaLnBrk="1" hangingPunct="1">
              <a:lnSpc>
                <a:spcPct val="90000"/>
              </a:lnSpc>
            </a:pPr>
            <a:r>
              <a:rPr lang="tr-TR" altLang="tr-TR" sz="2000" b="1" smtClean="0">
                <a:solidFill>
                  <a:srgbClr val="404040"/>
                </a:solidFill>
              </a:rPr>
              <a:t>ÇIKTI ÜNİTELERİ: </a:t>
            </a:r>
            <a:r>
              <a:rPr lang="tr-TR" altLang="tr-TR" sz="2000" smtClean="0">
                <a:solidFill>
                  <a:srgbClr val="404040"/>
                </a:solidFill>
              </a:rPr>
              <a:t>İşlemcinin çıkan sonuçları aktarabileceği ünitelerdir. Monitör, yazıcı, sürücüler, yada veri yolu üzerindeki herhangi bir alet (Herhangi bir PCI yada ISA kart ) olabilir.</a:t>
            </a:r>
            <a:endParaRPr lang="en-US" altLang="tr-TR" sz="2000" smtClean="0">
              <a:solidFill>
                <a:srgbClr val="404040"/>
              </a:solidFill>
            </a:endParaRPr>
          </a:p>
        </p:txBody>
      </p:sp>
      <p:sp>
        <p:nvSpPr>
          <p:cNvPr id="4" name="Date Placeholder 3"/>
          <p:cNvSpPr>
            <a:spLocks noGrp="1"/>
          </p:cNvSpPr>
          <p:nvPr>
            <p:ph type="dt" sz="quarter" idx="10"/>
          </p:nvPr>
        </p:nvSpPr>
        <p:spPr/>
        <p:txBody>
          <a:bodyPr/>
          <a:lstStyle/>
          <a:p>
            <a:pPr>
              <a:defRPr/>
            </a:pPr>
            <a:fld id="{5134BCE1-CEBA-4B4B-A2EB-A6F045293404}" type="datetime1">
              <a:rPr lang="tr-TR"/>
              <a:pPr>
                <a:defRPr/>
              </a:pPr>
              <a:t>15.02.2024</a:t>
            </a:fld>
            <a:endParaRPr lang="en-US"/>
          </a:p>
        </p:txBody>
      </p:sp>
      <p:sp>
        <p:nvSpPr>
          <p:cNvPr id="5" name="Slide Number Placeholder 5"/>
          <p:cNvSpPr>
            <a:spLocks noGrp="1"/>
          </p:cNvSpPr>
          <p:nvPr>
            <p:ph type="sldNum" sz="quarter" idx="12"/>
          </p:nvPr>
        </p:nvSpPr>
        <p:spPr/>
        <p:txBody>
          <a:bodyPr/>
          <a:lstStyle/>
          <a:p>
            <a:pPr>
              <a:defRPr/>
            </a:pPr>
            <a:fld id="{65933465-61BE-4AB4-8C7A-FC8B3418AADC}" type="slidenum">
              <a:rPr lang="en-US"/>
              <a:pPr>
                <a:defRPr/>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wrap="square" numCol="1" anchorCtr="0" compatLnSpc="1">
            <a:prstTxWarp prst="textNoShape">
              <a:avLst/>
            </a:prstTxWarp>
          </a:bodyPr>
          <a:lstStyle/>
          <a:p>
            <a:pPr eaLnBrk="1" hangingPunct="1">
              <a:defRPr/>
            </a:pPr>
            <a:r>
              <a:rPr lang="tr-TR" altLang="tr-TR" sz="3000" smtClean="0">
                <a:effectLst>
                  <a:outerShdw blurRad="38100" dist="38100" dir="2700000" algn="tl">
                    <a:srgbClr val="C0C0C0"/>
                  </a:outerShdw>
                </a:effectLst>
              </a:rPr>
              <a:t>Bilgisayarın Mimarı Yapısı</a:t>
            </a:r>
            <a:r>
              <a:rPr lang="en-US" altLang="tr-TR" sz="3000" smtClean="0">
                <a:effectLst>
                  <a:outerShdw blurRad="38100" dist="38100" dir="2700000" algn="tl">
                    <a:srgbClr val="C0C0C0"/>
                  </a:outerShdw>
                </a:effectLst>
              </a:rPr>
              <a:t> ve </a:t>
            </a:r>
            <a:r>
              <a:rPr lang="tr-TR" altLang="tr-TR" sz="3000" smtClean="0">
                <a:effectLst>
                  <a:outerShdw blurRad="38100" dist="38100" dir="2700000" algn="tl">
                    <a:srgbClr val="C0C0C0"/>
                  </a:outerShdw>
                </a:effectLst>
              </a:rPr>
              <a:t>Çalışma Mantığı</a:t>
            </a:r>
            <a:endParaRPr lang="en-US" altLang="tr-TR" sz="3000" smtClean="0">
              <a:effectLst>
                <a:outerShdw blurRad="38100" dist="38100" dir="2700000" algn="tl">
                  <a:srgbClr val="C0C0C0"/>
                </a:outerShdw>
              </a:effectLst>
            </a:endParaRPr>
          </a:p>
        </p:txBody>
      </p:sp>
      <p:sp>
        <p:nvSpPr>
          <p:cNvPr id="71683" name="Rectangle 3"/>
          <p:cNvSpPr>
            <a:spLocks noGrp="1" noChangeArrowheads="1"/>
          </p:cNvSpPr>
          <p:nvPr>
            <p:ph idx="1"/>
          </p:nvPr>
        </p:nvSpPr>
        <p:spPr/>
        <p:txBody>
          <a:bodyPr rtlCol="0">
            <a:normAutofit/>
          </a:bodyPr>
          <a:lstStyle/>
          <a:p>
            <a:pPr eaLnBrk="1" fontAlgn="auto" hangingPunct="1">
              <a:spcAft>
                <a:spcPts val="0"/>
              </a:spcAft>
              <a:buFont typeface="Arial" pitchFamily="34" charset="0"/>
              <a:buChar char="•"/>
              <a:defRPr/>
            </a:pPr>
            <a:r>
              <a:rPr lang="tr-TR" b="1" dirty="0"/>
              <a:t>Donanım Nedir? </a:t>
            </a:r>
            <a:endParaRPr lang="tr-TR" b="1" dirty="0" smtClean="0"/>
          </a:p>
          <a:p>
            <a:pPr eaLnBrk="1" fontAlgn="auto" hangingPunct="1">
              <a:spcAft>
                <a:spcPts val="0"/>
              </a:spcAft>
              <a:buFont typeface="Arial" pitchFamily="34" charset="0"/>
              <a:buChar char="•"/>
              <a:defRPr/>
            </a:pPr>
            <a:r>
              <a:rPr lang="tr-TR" dirty="0"/>
              <a:t>Bilgisayar donanımı, bir bilgisayarı oluşturan fiziksel parçaların genel adıdır.</a:t>
            </a:r>
            <a:r>
              <a:rPr lang="en-US" dirty="0"/>
              <a:t>        </a:t>
            </a:r>
          </a:p>
          <a:p>
            <a:pPr eaLnBrk="1" fontAlgn="auto" hangingPunct="1">
              <a:spcAft>
                <a:spcPts val="0"/>
              </a:spcAft>
              <a:buFont typeface="Wingdings" pitchFamily="2" charset="2"/>
              <a:buNone/>
              <a:defRPr/>
            </a:pPr>
            <a:endParaRPr lang="en-US" dirty="0"/>
          </a:p>
        </p:txBody>
      </p:sp>
      <p:sp>
        <p:nvSpPr>
          <p:cNvPr id="4" name="Date Placeholder 3"/>
          <p:cNvSpPr>
            <a:spLocks noGrp="1"/>
          </p:cNvSpPr>
          <p:nvPr>
            <p:ph type="dt" sz="quarter" idx="10"/>
          </p:nvPr>
        </p:nvSpPr>
        <p:spPr/>
        <p:txBody>
          <a:bodyPr/>
          <a:lstStyle/>
          <a:p>
            <a:pPr>
              <a:defRPr/>
            </a:pPr>
            <a:fld id="{7938276C-494F-4684-976B-E68683C37266}" type="datetime1">
              <a:rPr lang="tr-TR"/>
              <a:pPr>
                <a:defRPr/>
              </a:pPr>
              <a:t>15.02.2024</a:t>
            </a:fld>
            <a:endParaRPr lang="en-US"/>
          </a:p>
        </p:txBody>
      </p:sp>
      <p:sp>
        <p:nvSpPr>
          <p:cNvPr id="5" name="Slide Number Placeholder 5"/>
          <p:cNvSpPr>
            <a:spLocks noGrp="1"/>
          </p:cNvSpPr>
          <p:nvPr>
            <p:ph type="sldNum" sz="quarter" idx="12"/>
          </p:nvPr>
        </p:nvSpPr>
        <p:spPr/>
        <p:txBody>
          <a:bodyPr/>
          <a:lstStyle/>
          <a:p>
            <a:pPr>
              <a:defRPr/>
            </a:pPr>
            <a:fld id="{C97057B1-EEE4-4121-87F5-B282FF005A41}" type="slidenum">
              <a:rPr lang="en-US"/>
              <a:pPr>
                <a:defRPr/>
              </a:pPr>
              <a:t>5</a:t>
            </a:fld>
            <a:endParaRPr lang="en-US"/>
          </a:p>
        </p:txBody>
      </p:sp>
      <p:pic>
        <p:nvPicPr>
          <p:cNvPr id="7174" name="Picture 5" descr="bilgisayar parçaları"/>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2781300"/>
            <a:ext cx="2952750" cy="381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5" name="Rectangle 1"/>
          <p:cNvSpPr>
            <a:spLocks noChangeArrowheads="1"/>
          </p:cNvSpPr>
          <p:nvPr/>
        </p:nvSpPr>
        <p:spPr bwMode="auto">
          <a:xfrm>
            <a:off x="4716463" y="2420938"/>
            <a:ext cx="3959225" cy="4278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spcBef>
                <a:spcPct val="20000"/>
              </a:spcBef>
              <a:buFont typeface="Arial" charset="0"/>
              <a:buChar char="•"/>
              <a:defRPr sz="2400">
                <a:solidFill>
                  <a:srgbClr val="7F7F7F"/>
                </a:solidFill>
                <a:latin typeface="Century Gothic" pitchFamily="34" charset="0"/>
              </a:defRPr>
            </a:lvl1pPr>
            <a:lvl2pPr marL="742950" indent="-285750" eaLnBrk="0" hangingPunct="0">
              <a:spcBef>
                <a:spcPct val="20000"/>
              </a:spcBef>
              <a:buFont typeface="Courier New" pitchFamily="49" charset="0"/>
              <a:buChar char="o"/>
              <a:defRPr sz="1600">
                <a:solidFill>
                  <a:srgbClr val="7F7F7F"/>
                </a:solidFill>
                <a:latin typeface="Century Gothic" pitchFamily="34" charset="0"/>
              </a:defRPr>
            </a:lvl2pPr>
            <a:lvl3pPr marL="1143000" indent="-228600" eaLnBrk="0" hangingPunct="0">
              <a:spcBef>
                <a:spcPct val="20000"/>
              </a:spcBef>
              <a:buFont typeface="Arial" charset="0"/>
              <a:buChar char="•"/>
              <a:defRPr sz="1600">
                <a:solidFill>
                  <a:srgbClr val="7F7F7F"/>
                </a:solidFill>
                <a:latin typeface="Century Gothic" pitchFamily="34" charset="0"/>
              </a:defRPr>
            </a:lvl3pPr>
            <a:lvl4pPr marL="1600200" indent="-228600" eaLnBrk="0" hangingPunct="0">
              <a:spcBef>
                <a:spcPct val="20000"/>
              </a:spcBef>
              <a:buFont typeface="Courier New" pitchFamily="49" charset="0"/>
              <a:buChar char="o"/>
              <a:defRPr sz="1600">
                <a:solidFill>
                  <a:srgbClr val="7F7F7F"/>
                </a:solidFill>
                <a:latin typeface="Century Gothic" pitchFamily="34" charset="0"/>
              </a:defRPr>
            </a:lvl4pPr>
            <a:lvl5pPr marL="2057400" indent="-228600" eaLnBrk="0" hangingPunct="0">
              <a:spcBef>
                <a:spcPct val="20000"/>
              </a:spcBef>
              <a:buFont typeface="Arial" charset="0"/>
              <a:buChar char="•"/>
              <a:defRPr sz="1600">
                <a:solidFill>
                  <a:srgbClr val="7F7F7F"/>
                </a:solidFill>
                <a:latin typeface="Century Gothic" pitchFamily="34" charset="0"/>
              </a:defRPr>
            </a:lvl5pPr>
            <a:lvl6pPr marL="2514600" indent="-228600" eaLnBrk="0" fontAlgn="base" hangingPunct="0">
              <a:spcBef>
                <a:spcPct val="20000"/>
              </a:spcBef>
              <a:spcAft>
                <a:spcPct val="0"/>
              </a:spcAft>
              <a:buFont typeface="Arial" charset="0"/>
              <a:buChar char="•"/>
              <a:defRPr sz="1600">
                <a:solidFill>
                  <a:srgbClr val="7F7F7F"/>
                </a:solidFill>
                <a:latin typeface="Century Gothic" pitchFamily="34" charset="0"/>
              </a:defRPr>
            </a:lvl6pPr>
            <a:lvl7pPr marL="2971800" indent="-228600" eaLnBrk="0" fontAlgn="base" hangingPunct="0">
              <a:spcBef>
                <a:spcPct val="20000"/>
              </a:spcBef>
              <a:spcAft>
                <a:spcPct val="0"/>
              </a:spcAft>
              <a:buFont typeface="Arial" charset="0"/>
              <a:buChar char="•"/>
              <a:defRPr sz="1600">
                <a:solidFill>
                  <a:srgbClr val="7F7F7F"/>
                </a:solidFill>
                <a:latin typeface="Century Gothic" pitchFamily="34" charset="0"/>
              </a:defRPr>
            </a:lvl7pPr>
            <a:lvl8pPr marL="3429000" indent="-228600" eaLnBrk="0" fontAlgn="base" hangingPunct="0">
              <a:spcBef>
                <a:spcPct val="20000"/>
              </a:spcBef>
              <a:spcAft>
                <a:spcPct val="0"/>
              </a:spcAft>
              <a:buFont typeface="Arial" charset="0"/>
              <a:buChar char="•"/>
              <a:defRPr sz="1600">
                <a:solidFill>
                  <a:srgbClr val="7F7F7F"/>
                </a:solidFill>
                <a:latin typeface="Century Gothic" pitchFamily="34" charset="0"/>
              </a:defRPr>
            </a:lvl8pPr>
            <a:lvl9pPr marL="3886200" indent="-228600" eaLnBrk="0" fontAlgn="base" hangingPunct="0">
              <a:spcBef>
                <a:spcPct val="20000"/>
              </a:spcBef>
              <a:spcAft>
                <a:spcPct val="0"/>
              </a:spcAft>
              <a:buFont typeface="Arial" charset="0"/>
              <a:buChar char="•"/>
              <a:defRPr sz="1600">
                <a:solidFill>
                  <a:srgbClr val="7F7F7F"/>
                </a:solidFill>
                <a:latin typeface="Century Gothic" pitchFamily="34" charset="0"/>
              </a:defRPr>
            </a:lvl9pPr>
          </a:lstStyle>
          <a:p>
            <a:pPr eaLnBrk="1" hangingPunct="1">
              <a:spcBef>
                <a:spcPct val="0"/>
              </a:spcBef>
            </a:pPr>
            <a:r>
              <a:rPr lang="tr-TR" altLang="tr-TR" sz="1600" dirty="0" err="1" smtClean="0">
                <a:solidFill>
                  <a:schemeClr val="tx1"/>
                </a:solidFill>
                <a:latin typeface="Arial" charset="0"/>
              </a:rPr>
              <a:t>Güçkaynağı</a:t>
            </a:r>
            <a:r>
              <a:rPr lang="tr-TR" altLang="tr-TR" sz="1600" dirty="0" smtClean="0">
                <a:solidFill>
                  <a:schemeClr val="tx1"/>
                </a:solidFill>
                <a:latin typeface="Arial" charset="0"/>
              </a:rPr>
              <a:t> (</a:t>
            </a:r>
            <a:r>
              <a:rPr lang="tr-TR" altLang="tr-TR" sz="1600" dirty="0" err="1" smtClean="0">
                <a:solidFill>
                  <a:schemeClr val="tx1"/>
                </a:solidFill>
                <a:latin typeface="Arial" charset="0"/>
              </a:rPr>
              <a:t>Power</a:t>
            </a:r>
            <a:r>
              <a:rPr lang="tr-TR" altLang="tr-TR" sz="1600" dirty="0" smtClean="0">
                <a:solidFill>
                  <a:schemeClr val="tx1"/>
                </a:solidFill>
                <a:latin typeface="Arial" charset="0"/>
              </a:rPr>
              <a:t> </a:t>
            </a:r>
            <a:r>
              <a:rPr lang="tr-TR" altLang="tr-TR" sz="1600" dirty="0" err="1" smtClean="0">
                <a:solidFill>
                  <a:schemeClr val="tx1"/>
                </a:solidFill>
                <a:latin typeface="Arial" charset="0"/>
              </a:rPr>
              <a:t>supply</a:t>
            </a:r>
            <a:r>
              <a:rPr lang="tr-TR" altLang="tr-TR" sz="1600" dirty="0" smtClean="0">
                <a:solidFill>
                  <a:schemeClr val="tx1"/>
                </a:solidFill>
                <a:latin typeface="Arial" charset="0"/>
              </a:rPr>
              <a:t>)</a:t>
            </a:r>
          </a:p>
          <a:p>
            <a:pPr eaLnBrk="1" hangingPunct="1">
              <a:spcBef>
                <a:spcPct val="0"/>
              </a:spcBef>
            </a:pPr>
            <a:r>
              <a:rPr lang="tr-TR" altLang="tr-TR" sz="1600" dirty="0" err="1" smtClean="0">
                <a:solidFill>
                  <a:schemeClr val="tx1"/>
                </a:solidFill>
                <a:latin typeface="Arial" charset="0"/>
              </a:rPr>
              <a:t>Anakart</a:t>
            </a:r>
            <a:r>
              <a:rPr lang="tr-TR" altLang="tr-TR" sz="1600" dirty="0" smtClean="0">
                <a:solidFill>
                  <a:schemeClr val="tx1"/>
                </a:solidFill>
                <a:latin typeface="Arial" charset="0"/>
              </a:rPr>
              <a:t> (Main Board)</a:t>
            </a:r>
          </a:p>
          <a:p>
            <a:pPr eaLnBrk="1" hangingPunct="1">
              <a:spcBef>
                <a:spcPct val="0"/>
              </a:spcBef>
            </a:pPr>
            <a:r>
              <a:rPr lang="tr-TR" altLang="tr-TR" sz="1600" dirty="0" smtClean="0">
                <a:solidFill>
                  <a:schemeClr val="tx1"/>
                </a:solidFill>
                <a:latin typeface="Arial" charset="0"/>
              </a:rPr>
              <a:t>BİOS (Basic </a:t>
            </a:r>
            <a:r>
              <a:rPr lang="tr-TR" altLang="tr-TR" sz="1600" dirty="0" err="1" smtClean="0">
                <a:solidFill>
                  <a:schemeClr val="tx1"/>
                </a:solidFill>
                <a:latin typeface="Arial" charset="0"/>
              </a:rPr>
              <a:t>İnput</a:t>
            </a:r>
            <a:r>
              <a:rPr lang="tr-TR" altLang="tr-TR" sz="1600" dirty="0" smtClean="0">
                <a:solidFill>
                  <a:schemeClr val="tx1"/>
                </a:solidFill>
                <a:latin typeface="Arial" charset="0"/>
              </a:rPr>
              <a:t> </a:t>
            </a:r>
            <a:r>
              <a:rPr lang="tr-TR" altLang="tr-TR" sz="1600" dirty="0" err="1" smtClean="0">
                <a:solidFill>
                  <a:schemeClr val="tx1"/>
                </a:solidFill>
                <a:latin typeface="Arial" charset="0"/>
              </a:rPr>
              <a:t>Output</a:t>
            </a:r>
            <a:r>
              <a:rPr lang="tr-TR" altLang="tr-TR" sz="1600" dirty="0" smtClean="0">
                <a:solidFill>
                  <a:schemeClr val="tx1"/>
                </a:solidFill>
                <a:latin typeface="Arial" charset="0"/>
              </a:rPr>
              <a:t> </a:t>
            </a:r>
            <a:r>
              <a:rPr lang="tr-TR" altLang="tr-TR" sz="1600" dirty="0" err="1" smtClean="0">
                <a:solidFill>
                  <a:schemeClr val="tx1"/>
                </a:solidFill>
                <a:latin typeface="Arial" charset="0"/>
              </a:rPr>
              <a:t>System</a:t>
            </a:r>
            <a:r>
              <a:rPr lang="tr-TR" altLang="tr-TR" sz="1600" dirty="0" smtClean="0">
                <a:solidFill>
                  <a:schemeClr val="tx1"/>
                </a:solidFill>
                <a:latin typeface="Arial" charset="0"/>
              </a:rPr>
              <a:t>)</a:t>
            </a:r>
          </a:p>
          <a:p>
            <a:pPr eaLnBrk="1" hangingPunct="1">
              <a:spcBef>
                <a:spcPct val="0"/>
              </a:spcBef>
            </a:pPr>
            <a:r>
              <a:rPr lang="tr-TR" altLang="tr-TR" sz="1600" dirty="0" smtClean="0">
                <a:solidFill>
                  <a:schemeClr val="tx1"/>
                </a:solidFill>
                <a:latin typeface="Arial" charset="0"/>
              </a:rPr>
              <a:t>Merkezi </a:t>
            </a:r>
            <a:r>
              <a:rPr lang="tr-TR" altLang="tr-TR" sz="1600" dirty="0">
                <a:solidFill>
                  <a:schemeClr val="tx1"/>
                </a:solidFill>
                <a:latin typeface="Arial" charset="0"/>
              </a:rPr>
              <a:t>İşlem Birimi (CPU)</a:t>
            </a:r>
          </a:p>
          <a:p>
            <a:pPr eaLnBrk="1" hangingPunct="1">
              <a:spcBef>
                <a:spcPct val="0"/>
              </a:spcBef>
            </a:pPr>
            <a:r>
              <a:rPr lang="tr-TR" altLang="tr-TR" sz="1600" dirty="0">
                <a:solidFill>
                  <a:schemeClr val="tx1"/>
                </a:solidFill>
                <a:latin typeface="Arial" charset="0"/>
              </a:rPr>
              <a:t>Ana Bellek (RAM)</a:t>
            </a:r>
          </a:p>
          <a:p>
            <a:pPr eaLnBrk="1" hangingPunct="1">
              <a:spcBef>
                <a:spcPct val="0"/>
              </a:spcBef>
            </a:pPr>
            <a:r>
              <a:rPr lang="tr-TR" altLang="tr-TR" sz="1600" dirty="0">
                <a:solidFill>
                  <a:schemeClr val="tx1"/>
                </a:solidFill>
                <a:latin typeface="Arial" charset="0"/>
              </a:rPr>
              <a:t>Ön Bellek (</a:t>
            </a:r>
            <a:r>
              <a:rPr lang="tr-TR" altLang="tr-TR" sz="1600" dirty="0" err="1">
                <a:solidFill>
                  <a:schemeClr val="tx1"/>
                </a:solidFill>
                <a:latin typeface="Arial" charset="0"/>
              </a:rPr>
              <a:t>Cache</a:t>
            </a:r>
            <a:r>
              <a:rPr lang="tr-TR" altLang="tr-TR" sz="1600" dirty="0">
                <a:solidFill>
                  <a:schemeClr val="tx1"/>
                </a:solidFill>
                <a:latin typeface="Arial" charset="0"/>
              </a:rPr>
              <a:t> Memory)</a:t>
            </a:r>
          </a:p>
          <a:p>
            <a:pPr eaLnBrk="1" hangingPunct="1">
              <a:spcBef>
                <a:spcPct val="0"/>
              </a:spcBef>
            </a:pPr>
            <a:r>
              <a:rPr lang="tr-TR" altLang="tr-TR" sz="1600" dirty="0" smtClean="0">
                <a:solidFill>
                  <a:schemeClr val="tx1"/>
                </a:solidFill>
                <a:latin typeface="Arial" charset="0"/>
              </a:rPr>
              <a:t>Bilgisayar </a:t>
            </a:r>
            <a:r>
              <a:rPr lang="tr-TR" altLang="tr-TR" sz="1600" dirty="0">
                <a:solidFill>
                  <a:schemeClr val="tx1"/>
                </a:solidFill>
                <a:latin typeface="Arial" charset="0"/>
              </a:rPr>
              <a:t>Kasası</a:t>
            </a:r>
          </a:p>
          <a:p>
            <a:pPr eaLnBrk="1" hangingPunct="1">
              <a:spcBef>
                <a:spcPct val="0"/>
              </a:spcBef>
            </a:pPr>
            <a:r>
              <a:rPr lang="tr-TR" altLang="tr-TR" sz="1600" dirty="0">
                <a:solidFill>
                  <a:schemeClr val="tx1"/>
                </a:solidFill>
                <a:latin typeface="Arial" charset="0"/>
              </a:rPr>
              <a:t>Sabit Disk (Hard disk) ve Disketler</a:t>
            </a:r>
          </a:p>
          <a:p>
            <a:pPr eaLnBrk="1" hangingPunct="1">
              <a:spcBef>
                <a:spcPct val="0"/>
              </a:spcBef>
            </a:pPr>
            <a:r>
              <a:rPr lang="tr-TR" altLang="tr-TR" sz="1600" dirty="0">
                <a:solidFill>
                  <a:schemeClr val="tx1"/>
                </a:solidFill>
                <a:latin typeface="Arial" charset="0"/>
              </a:rPr>
              <a:t>CD-ROM Sürücü</a:t>
            </a:r>
          </a:p>
          <a:p>
            <a:pPr eaLnBrk="1" hangingPunct="1">
              <a:spcBef>
                <a:spcPct val="0"/>
              </a:spcBef>
            </a:pPr>
            <a:r>
              <a:rPr lang="tr-TR" altLang="tr-TR" sz="1600" dirty="0">
                <a:solidFill>
                  <a:schemeClr val="tx1"/>
                </a:solidFill>
                <a:latin typeface="Arial" charset="0"/>
              </a:rPr>
              <a:t>DVD-ROM</a:t>
            </a:r>
          </a:p>
          <a:p>
            <a:pPr eaLnBrk="1" hangingPunct="1">
              <a:spcBef>
                <a:spcPct val="0"/>
              </a:spcBef>
            </a:pPr>
            <a:r>
              <a:rPr lang="tr-TR" altLang="tr-TR" sz="1600" dirty="0">
                <a:solidFill>
                  <a:schemeClr val="tx1"/>
                </a:solidFill>
                <a:latin typeface="Arial" charset="0"/>
              </a:rPr>
              <a:t>Monitör (Ekran)</a:t>
            </a:r>
          </a:p>
          <a:p>
            <a:pPr eaLnBrk="1" hangingPunct="1">
              <a:spcBef>
                <a:spcPct val="0"/>
              </a:spcBef>
            </a:pPr>
            <a:r>
              <a:rPr lang="tr-TR" altLang="tr-TR" sz="1600" dirty="0">
                <a:solidFill>
                  <a:schemeClr val="tx1"/>
                </a:solidFill>
                <a:latin typeface="Arial" charset="0"/>
              </a:rPr>
              <a:t>Klavye</a:t>
            </a:r>
          </a:p>
          <a:p>
            <a:pPr eaLnBrk="1" hangingPunct="1">
              <a:spcBef>
                <a:spcPct val="0"/>
              </a:spcBef>
            </a:pPr>
            <a:r>
              <a:rPr lang="tr-TR" altLang="tr-TR" sz="1600" dirty="0">
                <a:solidFill>
                  <a:schemeClr val="tx1"/>
                </a:solidFill>
                <a:latin typeface="Arial" charset="0"/>
              </a:rPr>
              <a:t>Mouse (Fare)</a:t>
            </a:r>
          </a:p>
          <a:p>
            <a:pPr eaLnBrk="1" hangingPunct="1">
              <a:spcBef>
                <a:spcPct val="0"/>
              </a:spcBef>
            </a:pPr>
            <a:r>
              <a:rPr lang="tr-TR" altLang="tr-TR" sz="1600" dirty="0">
                <a:solidFill>
                  <a:schemeClr val="tx1"/>
                </a:solidFill>
                <a:latin typeface="Arial" charset="0"/>
              </a:rPr>
              <a:t>Yazıcı (printer)</a:t>
            </a:r>
          </a:p>
          <a:p>
            <a:pPr eaLnBrk="1" hangingPunct="1">
              <a:spcBef>
                <a:spcPct val="0"/>
              </a:spcBef>
            </a:pPr>
            <a:r>
              <a:rPr lang="tr-TR" altLang="tr-TR" sz="1600" dirty="0">
                <a:solidFill>
                  <a:schemeClr val="tx1"/>
                </a:solidFill>
                <a:latin typeface="Arial" charset="0"/>
              </a:rPr>
              <a:t>Çizici (</a:t>
            </a:r>
            <a:r>
              <a:rPr lang="tr-TR" altLang="tr-TR" sz="1600" dirty="0" err="1">
                <a:solidFill>
                  <a:schemeClr val="tx1"/>
                </a:solidFill>
                <a:latin typeface="Arial" charset="0"/>
              </a:rPr>
              <a:t>plotter</a:t>
            </a:r>
            <a:r>
              <a:rPr lang="tr-TR" altLang="tr-TR" sz="1600" dirty="0">
                <a:solidFill>
                  <a:schemeClr val="tx1"/>
                </a:solidFill>
                <a:latin typeface="Arial" charset="0"/>
              </a:rPr>
              <a:t>)</a:t>
            </a:r>
          </a:p>
          <a:p>
            <a:pPr eaLnBrk="1" hangingPunct="1">
              <a:spcBef>
                <a:spcPct val="0"/>
              </a:spcBef>
            </a:pPr>
            <a:r>
              <a:rPr lang="tr-TR" altLang="tr-TR" sz="1600" dirty="0">
                <a:solidFill>
                  <a:schemeClr val="tx1"/>
                </a:solidFill>
                <a:latin typeface="Arial" charset="0"/>
              </a:rPr>
              <a:t>Tarayıcı (</a:t>
            </a:r>
            <a:r>
              <a:rPr lang="tr-TR" altLang="tr-TR" sz="1600" dirty="0" err="1">
                <a:solidFill>
                  <a:schemeClr val="tx1"/>
                </a:solidFill>
                <a:latin typeface="Arial" charset="0"/>
              </a:rPr>
              <a:t>scanner</a:t>
            </a:r>
            <a:r>
              <a:rPr lang="tr-TR" altLang="tr-TR" sz="1600" dirty="0">
                <a:solidFill>
                  <a:schemeClr val="tx1"/>
                </a:solidFill>
                <a:latin typeface="Arial" charset="0"/>
              </a:rPr>
              <a:t>)</a:t>
            </a:r>
          </a:p>
          <a:p>
            <a:pPr eaLnBrk="1" hangingPunct="1">
              <a:spcBef>
                <a:spcPct val="0"/>
              </a:spcBef>
            </a:pPr>
            <a:r>
              <a:rPr lang="tr-TR" altLang="tr-TR" sz="1600" dirty="0">
                <a:solidFill>
                  <a:schemeClr val="tx1"/>
                </a:solidFill>
                <a:latin typeface="Arial" charset="0"/>
              </a:rPr>
              <a:t>Modem</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wrap="square" numCol="1" anchorCtr="0" compatLnSpc="1">
            <a:prstTxWarp prst="textNoShape">
              <a:avLst/>
            </a:prstTxWarp>
          </a:bodyPr>
          <a:lstStyle/>
          <a:p>
            <a:pPr eaLnBrk="1" hangingPunct="1">
              <a:defRPr/>
            </a:pPr>
            <a:r>
              <a:rPr lang="tr-TR" altLang="tr-TR" sz="3000" smtClean="0">
                <a:effectLst>
                  <a:outerShdw blurRad="38100" dist="38100" dir="2700000" algn="tl">
                    <a:srgbClr val="C0C0C0"/>
                  </a:outerShdw>
                </a:effectLst>
              </a:rPr>
              <a:t>Bilgisayarın Mimarı Yapısı</a:t>
            </a:r>
            <a:r>
              <a:rPr lang="en-US" altLang="tr-TR" sz="3000" smtClean="0">
                <a:effectLst>
                  <a:outerShdw blurRad="38100" dist="38100" dir="2700000" algn="tl">
                    <a:srgbClr val="C0C0C0"/>
                  </a:outerShdw>
                </a:effectLst>
              </a:rPr>
              <a:t> ve </a:t>
            </a:r>
            <a:r>
              <a:rPr lang="tr-TR" altLang="tr-TR" sz="3000" smtClean="0">
                <a:effectLst>
                  <a:outerShdw blurRad="38100" dist="38100" dir="2700000" algn="tl">
                    <a:srgbClr val="C0C0C0"/>
                  </a:outerShdw>
                </a:effectLst>
              </a:rPr>
              <a:t>Çalışma Mantığı</a:t>
            </a:r>
            <a:endParaRPr lang="en-US" altLang="tr-TR" sz="3000" smtClean="0">
              <a:effectLst>
                <a:outerShdw blurRad="38100" dist="38100" dir="2700000" algn="tl">
                  <a:srgbClr val="C0C0C0"/>
                </a:outerShdw>
              </a:effectLst>
            </a:endParaRPr>
          </a:p>
        </p:txBody>
      </p:sp>
      <p:sp>
        <p:nvSpPr>
          <p:cNvPr id="72707" name="Rectangle 3"/>
          <p:cNvSpPr>
            <a:spLocks noGrp="1" noChangeArrowheads="1"/>
          </p:cNvSpPr>
          <p:nvPr>
            <p:ph idx="1"/>
          </p:nvPr>
        </p:nvSpPr>
        <p:spPr/>
        <p:txBody>
          <a:bodyPr rtlCol="0">
            <a:normAutofit/>
          </a:bodyPr>
          <a:lstStyle/>
          <a:p>
            <a:pPr eaLnBrk="1" fontAlgn="auto" hangingPunct="1">
              <a:spcAft>
                <a:spcPts val="0"/>
              </a:spcAft>
              <a:buFont typeface="Arial" pitchFamily="34" charset="0"/>
              <a:buChar char="•"/>
              <a:defRPr/>
            </a:pPr>
            <a:r>
              <a:rPr lang="tr-TR" b="1" dirty="0"/>
              <a:t>Yazılım Nedir</a:t>
            </a:r>
            <a:r>
              <a:rPr lang="tr-TR" b="1" dirty="0" smtClean="0"/>
              <a:t>?</a:t>
            </a:r>
          </a:p>
          <a:p>
            <a:pPr eaLnBrk="1" fontAlgn="auto" hangingPunct="1">
              <a:spcAft>
                <a:spcPts val="0"/>
              </a:spcAft>
              <a:buFont typeface="Arial" pitchFamily="34" charset="0"/>
              <a:buChar char="•"/>
              <a:defRPr/>
            </a:pPr>
            <a:r>
              <a:rPr lang="tr-TR" dirty="0"/>
              <a:t>Hem bilgisayar sistemini oluşturan donanım birimlerinin yönetimini hem de kullanıcıların işlerini yapmak için gerekli olan programlardır</a:t>
            </a:r>
            <a:endParaRPr lang="tr-TR" dirty="0" smtClean="0"/>
          </a:p>
          <a:p>
            <a:pPr eaLnBrk="1" fontAlgn="auto" hangingPunct="1">
              <a:spcAft>
                <a:spcPts val="0"/>
              </a:spcAft>
              <a:buFont typeface="Arial" pitchFamily="34" charset="0"/>
              <a:buChar char="•"/>
              <a:defRPr/>
            </a:pPr>
            <a:r>
              <a:rPr lang="tr-TR" dirty="0" smtClean="0"/>
              <a:t>Yazılım </a:t>
            </a:r>
            <a:r>
              <a:rPr lang="tr-TR" dirty="0"/>
              <a:t>donanıma "nasıl davranacağını" ve hangi işlemleri yapacağını anlatır. </a:t>
            </a:r>
            <a:endParaRPr lang="tr-TR" dirty="0" smtClean="0"/>
          </a:p>
          <a:p>
            <a:pPr lvl="1" eaLnBrk="1" fontAlgn="auto" hangingPunct="1">
              <a:spcAft>
                <a:spcPts val="0"/>
              </a:spcAft>
              <a:defRPr/>
            </a:pPr>
            <a:r>
              <a:rPr lang="tr-TR" dirty="0" smtClean="0"/>
              <a:t>Kelime </a:t>
            </a:r>
            <a:r>
              <a:rPr lang="tr-TR" dirty="0"/>
              <a:t>işlemci programlar, </a:t>
            </a:r>
            <a:endParaRPr lang="tr-TR" dirty="0" smtClean="0"/>
          </a:p>
          <a:p>
            <a:pPr lvl="1" eaLnBrk="1" fontAlgn="auto" hangingPunct="1">
              <a:spcAft>
                <a:spcPts val="0"/>
              </a:spcAft>
              <a:defRPr/>
            </a:pPr>
            <a:r>
              <a:rPr lang="tr-TR" dirty="0" smtClean="0"/>
              <a:t>bilgisayarınız </a:t>
            </a:r>
            <a:r>
              <a:rPr lang="tr-TR" dirty="0"/>
              <a:t>açıldığında CD sürücünüzü, </a:t>
            </a:r>
            <a:endParaRPr lang="tr-TR" dirty="0" smtClean="0"/>
          </a:p>
          <a:p>
            <a:pPr lvl="1" eaLnBrk="1" fontAlgn="auto" hangingPunct="1">
              <a:spcAft>
                <a:spcPts val="0"/>
              </a:spcAft>
              <a:defRPr/>
            </a:pPr>
            <a:r>
              <a:rPr lang="tr-TR" dirty="0" smtClean="0"/>
              <a:t>sabit </a:t>
            </a:r>
            <a:r>
              <a:rPr lang="tr-TR" dirty="0"/>
              <a:t>sürücüleri, </a:t>
            </a:r>
            <a:endParaRPr lang="tr-TR" dirty="0" smtClean="0"/>
          </a:p>
          <a:p>
            <a:pPr lvl="1" eaLnBrk="1" fontAlgn="auto" hangingPunct="1">
              <a:spcAft>
                <a:spcPts val="0"/>
              </a:spcAft>
              <a:defRPr/>
            </a:pPr>
            <a:r>
              <a:rPr lang="tr-TR" dirty="0" smtClean="0"/>
              <a:t>RAM'i </a:t>
            </a:r>
            <a:r>
              <a:rPr lang="tr-TR" dirty="0"/>
              <a:t>tanıyan BIOS; </a:t>
            </a:r>
            <a:endParaRPr lang="tr-TR" dirty="0" smtClean="0"/>
          </a:p>
          <a:p>
            <a:pPr lvl="1" eaLnBrk="1" fontAlgn="auto" hangingPunct="1">
              <a:spcAft>
                <a:spcPts val="0"/>
              </a:spcAft>
              <a:defRPr/>
            </a:pPr>
            <a:r>
              <a:rPr lang="tr-TR" dirty="0" smtClean="0"/>
              <a:t>işletim </a:t>
            </a:r>
            <a:r>
              <a:rPr lang="tr-TR" dirty="0"/>
              <a:t>sistemi, </a:t>
            </a:r>
            <a:endParaRPr lang="tr-TR" dirty="0" smtClean="0"/>
          </a:p>
          <a:p>
            <a:pPr lvl="1" eaLnBrk="1" fontAlgn="auto" hangingPunct="1">
              <a:spcAft>
                <a:spcPts val="0"/>
              </a:spcAft>
              <a:defRPr/>
            </a:pPr>
            <a:r>
              <a:rPr lang="tr-TR" dirty="0" smtClean="0"/>
              <a:t>web </a:t>
            </a:r>
            <a:r>
              <a:rPr lang="tr-TR" dirty="0"/>
              <a:t>tarayıcınız, </a:t>
            </a:r>
            <a:endParaRPr lang="tr-TR" dirty="0" smtClean="0"/>
          </a:p>
          <a:p>
            <a:pPr lvl="1" eaLnBrk="1" fontAlgn="auto" hangingPunct="1">
              <a:spcAft>
                <a:spcPts val="0"/>
              </a:spcAft>
              <a:defRPr/>
            </a:pPr>
            <a:r>
              <a:rPr lang="tr-TR" dirty="0" smtClean="0"/>
              <a:t>virüslerin </a:t>
            </a:r>
            <a:r>
              <a:rPr lang="tr-TR" dirty="0"/>
              <a:t>kendileri, </a:t>
            </a:r>
            <a:endParaRPr lang="tr-TR" dirty="0" smtClean="0"/>
          </a:p>
          <a:p>
            <a:pPr lvl="1" eaLnBrk="1" fontAlgn="auto" hangingPunct="1">
              <a:spcAft>
                <a:spcPts val="0"/>
              </a:spcAft>
              <a:defRPr/>
            </a:pPr>
            <a:r>
              <a:rPr lang="tr-TR" dirty="0" smtClean="0"/>
              <a:t>antivirüs </a:t>
            </a:r>
            <a:r>
              <a:rPr lang="tr-TR" dirty="0"/>
              <a:t>programları hep birer yazılımdırlar.</a:t>
            </a:r>
            <a:r>
              <a:rPr lang="tr-TR" dirty="0" smtClean="0"/>
              <a:t> </a:t>
            </a:r>
          </a:p>
          <a:p>
            <a:pPr eaLnBrk="1" fontAlgn="auto" hangingPunct="1">
              <a:spcAft>
                <a:spcPts val="0"/>
              </a:spcAft>
              <a:buFont typeface="Arial" pitchFamily="34" charset="0"/>
              <a:buChar char="•"/>
              <a:defRPr/>
            </a:pPr>
            <a:endParaRPr lang="en-US" dirty="0"/>
          </a:p>
        </p:txBody>
      </p:sp>
      <p:sp>
        <p:nvSpPr>
          <p:cNvPr id="4" name="Date Placeholder 3"/>
          <p:cNvSpPr>
            <a:spLocks noGrp="1"/>
          </p:cNvSpPr>
          <p:nvPr>
            <p:ph type="dt" sz="quarter" idx="10"/>
          </p:nvPr>
        </p:nvSpPr>
        <p:spPr/>
        <p:txBody>
          <a:bodyPr/>
          <a:lstStyle/>
          <a:p>
            <a:pPr>
              <a:defRPr/>
            </a:pPr>
            <a:fld id="{3413CA4E-F83B-4366-B3A6-1FC0B2C95FF3}" type="datetime1">
              <a:rPr lang="tr-TR"/>
              <a:pPr>
                <a:defRPr/>
              </a:pPr>
              <a:t>15.02.2024</a:t>
            </a:fld>
            <a:endParaRPr lang="en-US"/>
          </a:p>
        </p:txBody>
      </p:sp>
      <p:sp>
        <p:nvSpPr>
          <p:cNvPr id="5" name="Slide Number Placeholder 5"/>
          <p:cNvSpPr>
            <a:spLocks noGrp="1"/>
          </p:cNvSpPr>
          <p:nvPr>
            <p:ph type="sldNum" sz="quarter" idx="12"/>
          </p:nvPr>
        </p:nvSpPr>
        <p:spPr/>
        <p:txBody>
          <a:bodyPr/>
          <a:lstStyle/>
          <a:p>
            <a:pPr>
              <a:defRPr/>
            </a:pPr>
            <a:fld id="{C9B354CA-4EA9-4B92-8CEE-2231BB8C30C0}" type="slidenum">
              <a:rPr lang="en-US"/>
              <a:pPr>
                <a:defRPr/>
              </a:pPr>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wrap="square" numCol="1" anchorCtr="0" compatLnSpc="1">
            <a:prstTxWarp prst="textNoShape">
              <a:avLst/>
            </a:prstTxWarp>
          </a:bodyPr>
          <a:lstStyle/>
          <a:p>
            <a:pPr eaLnBrk="1" hangingPunct="1">
              <a:defRPr/>
            </a:pPr>
            <a:r>
              <a:rPr lang="tr-TR" altLang="tr-TR" smtClean="0">
                <a:effectLst>
                  <a:outerShdw blurRad="38100" dist="38100" dir="2700000" algn="tl">
                    <a:srgbClr val="C0C0C0"/>
                  </a:outerShdw>
                </a:effectLst>
              </a:rPr>
              <a:t>Bilgisayarın Çalışma Mantığı</a:t>
            </a:r>
            <a:endParaRPr lang="en-US" altLang="tr-TR" smtClean="0">
              <a:effectLst>
                <a:outerShdw blurRad="38100" dist="38100" dir="2700000" algn="tl">
                  <a:srgbClr val="C0C0C0"/>
                </a:outerShdw>
              </a:effectLst>
            </a:endParaRPr>
          </a:p>
        </p:txBody>
      </p:sp>
      <p:pic>
        <p:nvPicPr>
          <p:cNvPr id="9219" name="Picture 4" descr="bay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79388" y="928688"/>
            <a:ext cx="2636837" cy="1204912"/>
          </a:xfrm>
          <a:noFill/>
        </p:spPr>
      </p:pic>
      <p:sp>
        <p:nvSpPr>
          <p:cNvPr id="5" name="Date Placeholder 3"/>
          <p:cNvSpPr>
            <a:spLocks noGrp="1"/>
          </p:cNvSpPr>
          <p:nvPr>
            <p:ph type="dt" sz="quarter" idx="10"/>
          </p:nvPr>
        </p:nvSpPr>
        <p:spPr/>
        <p:txBody>
          <a:bodyPr/>
          <a:lstStyle/>
          <a:p>
            <a:pPr>
              <a:defRPr/>
            </a:pPr>
            <a:fld id="{45489260-FDF4-4773-A5F5-AEE38E178BE0}" type="datetime1">
              <a:rPr lang="tr-TR"/>
              <a:pPr>
                <a:defRPr/>
              </a:pPr>
              <a:t>15.02.2024</a:t>
            </a:fld>
            <a:endParaRPr lang="en-US"/>
          </a:p>
        </p:txBody>
      </p:sp>
      <p:sp>
        <p:nvSpPr>
          <p:cNvPr id="6" name="Slide Number Placeholder 5"/>
          <p:cNvSpPr>
            <a:spLocks noGrp="1"/>
          </p:cNvSpPr>
          <p:nvPr>
            <p:ph type="sldNum" sz="quarter" idx="12"/>
          </p:nvPr>
        </p:nvSpPr>
        <p:spPr/>
        <p:txBody>
          <a:bodyPr/>
          <a:lstStyle/>
          <a:p>
            <a:pPr>
              <a:defRPr/>
            </a:pPr>
            <a:fld id="{31A3A2EE-F2F6-49EA-8D9C-C2D97A87CB7B}" type="slidenum">
              <a:rPr lang="en-US"/>
              <a:pPr>
                <a:defRPr/>
              </a:pPr>
              <a:t>7</a:t>
            </a:fld>
            <a:endParaRPr lang="en-US"/>
          </a:p>
        </p:txBody>
      </p:sp>
      <p:sp>
        <p:nvSpPr>
          <p:cNvPr id="9222" name="Rectangle 6"/>
          <p:cNvSpPr>
            <a:spLocks noChangeArrowheads="1"/>
          </p:cNvSpPr>
          <p:nvPr/>
        </p:nvSpPr>
        <p:spPr bwMode="auto">
          <a:xfrm>
            <a:off x="323850" y="2133600"/>
            <a:ext cx="20510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Font typeface="Arial" charset="0"/>
              <a:buChar char="•"/>
              <a:defRPr sz="2400">
                <a:solidFill>
                  <a:srgbClr val="7F7F7F"/>
                </a:solidFill>
                <a:latin typeface="Century Gothic" pitchFamily="34" charset="0"/>
              </a:defRPr>
            </a:lvl1pPr>
            <a:lvl2pPr marL="742950" indent="-285750" eaLnBrk="0" hangingPunct="0">
              <a:spcBef>
                <a:spcPct val="20000"/>
              </a:spcBef>
              <a:buFont typeface="Courier New" pitchFamily="49" charset="0"/>
              <a:buChar char="o"/>
              <a:defRPr sz="1600">
                <a:solidFill>
                  <a:srgbClr val="7F7F7F"/>
                </a:solidFill>
                <a:latin typeface="Century Gothic" pitchFamily="34" charset="0"/>
              </a:defRPr>
            </a:lvl2pPr>
            <a:lvl3pPr marL="1143000" indent="-228600" eaLnBrk="0" hangingPunct="0">
              <a:spcBef>
                <a:spcPct val="20000"/>
              </a:spcBef>
              <a:buFont typeface="Arial" charset="0"/>
              <a:buChar char="•"/>
              <a:defRPr sz="1600">
                <a:solidFill>
                  <a:srgbClr val="7F7F7F"/>
                </a:solidFill>
                <a:latin typeface="Century Gothic" pitchFamily="34" charset="0"/>
              </a:defRPr>
            </a:lvl3pPr>
            <a:lvl4pPr marL="1600200" indent="-228600" eaLnBrk="0" hangingPunct="0">
              <a:spcBef>
                <a:spcPct val="20000"/>
              </a:spcBef>
              <a:buFont typeface="Courier New" pitchFamily="49" charset="0"/>
              <a:buChar char="o"/>
              <a:defRPr sz="1600">
                <a:solidFill>
                  <a:srgbClr val="7F7F7F"/>
                </a:solidFill>
                <a:latin typeface="Century Gothic" pitchFamily="34" charset="0"/>
              </a:defRPr>
            </a:lvl4pPr>
            <a:lvl5pPr marL="2057400" indent="-228600" eaLnBrk="0" hangingPunct="0">
              <a:spcBef>
                <a:spcPct val="20000"/>
              </a:spcBef>
              <a:buFont typeface="Arial" charset="0"/>
              <a:buChar char="•"/>
              <a:defRPr sz="1600">
                <a:solidFill>
                  <a:srgbClr val="7F7F7F"/>
                </a:solidFill>
                <a:latin typeface="Century Gothic" pitchFamily="34" charset="0"/>
              </a:defRPr>
            </a:lvl5pPr>
            <a:lvl6pPr marL="2514600" indent="-228600" eaLnBrk="0" fontAlgn="base" hangingPunct="0">
              <a:spcBef>
                <a:spcPct val="20000"/>
              </a:spcBef>
              <a:spcAft>
                <a:spcPct val="0"/>
              </a:spcAft>
              <a:buFont typeface="Arial" charset="0"/>
              <a:buChar char="•"/>
              <a:defRPr sz="1600">
                <a:solidFill>
                  <a:srgbClr val="7F7F7F"/>
                </a:solidFill>
                <a:latin typeface="Century Gothic" pitchFamily="34" charset="0"/>
              </a:defRPr>
            </a:lvl6pPr>
            <a:lvl7pPr marL="2971800" indent="-228600" eaLnBrk="0" fontAlgn="base" hangingPunct="0">
              <a:spcBef>
                <a:spcPct val="20000"/>
              </a:spcBef>
              <a:spcAft>
                <a:spcPct val="0"/>
              </a:spcAft>
              <a:buFont typeface="Arial" charset="0"/>
              <a:buChar char="•"/>
              <a:defRPr sz="1600">
                <a:solidFill>
                  <a:srgbClr val="7F7F7F"/>
                </a:solidFill>
                <a:latin typeface="Century Gothic" pitchFamily="34" charset="0"/>
              </a:defRPr>
            </a:lvl7pPr>
            <a:lvl8pPr marL="3429000" indent="-228600" eaLnBrk="0" fontAlgn="base" hangingPunct="0">
              <a:spcBef>
                <a:spcPct val="20000"/>
              </a:spcBef>
              <a:spcAft>
                <a:spcPct val="0"/>
              </a:spcAft>
              <a:buFont typeface="Arial" charset="0"/>
              <a:buChar char="•"/>
              <a:defRPr sz="1600">
                <a:solidFill>
                  <a:srgbClr val="7F7F7F"/>
                </a:solidFill>
                <a:latin typeface="Century Gothic" pitchFamily="34" charset="0"/>
              </a:defRPr>
            </a:lvl8pPr>
            <a:lvl9pPr marL="3886200" indent="-228600" eaLnBrk="0" fontAlgn="base" hangingPunct="0">
              <a:spcBef>
                <a:spcPct val="20000"/>
              </a:spcBef>
              <a:spcAft>
                <a:spcPct val="0"/>
              </a:spcAft>
              <a:buFont typeface="Arial" charset="0"/>
              <a:buChar char="•"/>
              <a:defRPr sz="1600">
                <a:solidFill>
                  <a:srgbClr val="7F7F7F"/>
                </a:solidFill>
                <a:latin typeface="Century Gothic" pitchFamily="34" charset="0"/>
              </a:defRPr>
            </a:lvl9pPr>
          </a:lstStyle>
          <a:p>
            <a:pPr algn="ctr" eaLnBrk="1" hangingPunct="1">
              <a:spcBef>
                <a:spcPct val="0"/>
              </a:spcBef>
              <a:buFontTx/>
              <a:buNone/>
            </a:pPr>
            <a:r>
              <a:rPr lang="tr-TR" altLang="tr-TR" sz="1800">
                <a:solidFill>
                  <a:schemeClr val="tx1"/>
                </a:solidFill>
                <a:latin typeface="Arial" charset="0"/>
              </a:rPr>
              <a:t>8 bit=1 byte</a:t>
            </a:r>
          </a:p>
          <a:p>
            <a:pPr algn="ctr" eaLnBrk="1" hangingPunct="1">
              <a:spcBef>
                <a:spcPct val="0"/>
              </a:spcBef>
              <a:buFontTx/>
              <a:buNone/>
            </a:pPr>
            <a:r>
              <a:rPr lang="tr-TR" altLang="tr-TR" sz="1800">
                <a:solidFill>
                  <a:schemeClr val="tx1"/>
                </a:solidFill>
                <a:latin typeface="Arial" charset="0"/>
              </a:rPr>
              <a:t>1024 byte=1 KB   </a:t>
            </a:r>
          </a:p>
          <a:p>
            <a:pPr algn="ctr" eaLnBrk="1" hangingPunct="1">
              <a:spcBef>
                <a:spcPct val="0"/>
              </a:spcBef>
              <a:buFontTx/>
              <a:buNone/>
            </a:pPr>
            <a:r>
              <a:rPr lang="tr-TR" altLang="tr-TR" sz="1800">
                <a:solidFill>
                  <a:schemeClr val="tx1"/>
                </a:solidFill>
                <a:latin typeface="Arial" charset="0"/>
              </a:rPr>
              <a:t>1024 KB=1 MB   1024 MB=1 GB</a:t>
            </a:r>
          </a:p>
        </p:txBody>
      </p:sp>
      <p:pic>
        <p:nvPicPr>
          <p:cNvPr id="9223" name="Picture 8" descr="http://www.newportharbor.us/images/computerworks.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916238" y="908050"/>
            <a:ext cx="5256212"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i Yer Tutucusu 3"/>
          <p:cNvSpPr>
            <a:spLocks noGrp="1"/>
          </p:cNvSpPr>
          <p:nvPr>
            <p:ph type="dt" sz="half" idx="10"/>
          </p:nvPr>
        </p:nvSpPr>
        <p:spPr/>
        <p:txBody>
          <a:bodyPr/>
          <a:lstStyle/>
          <a:p>
            <a:pPr>
              <a:defRPr/>
            </a:pPr>
            <a:fld id="{A626A28F-BFBB-4442-8B74-F24DCE6254F0}" type="datetime1">
              <a:rPr lang="tr-TR" smtClean="0"/>
              <a:pPr>
                <a:defRPr/>
              </a:pPr>
              <a:t>15.02.2024</a:t>
            </a:fld>
            <a:endParaRPr lang="en-US"/>
          </a:p>
        </p:txBody>
      </p:sp>
      <p:sp>
        <p:nvSpPr>
          <p:cNvPr id="5" name="Slayt Numarası Yer Tutucusu 4"/>
          <p:cNvSpPr>
            <a:spLocks noGrp="1"/>
          </p:cNvSpPr>
          <p:nvPr>
            <p:ph type="sldNum" sz="quarter" idx="12"/>
          </p:nvPr>
        </p:nvSpPr>
        <p:spPr/>
        <p:txBody>
          <a:bodyPr/>
          <a:lstStyle/>
          <a:p>
            <a:pPr>
              <a:defRPr/>
            </a:pPr>
            <a:fld id="{A1F80A1F-02BD-41EA-9CE6-5A8A03DD83DD}" type="slidenum">
              <a:rPr lang="en-US" smtClean="0"/>
              <a:pPr>
                <a:defRPr/>
              </a:pPr>
              <a:t>8</a:t>
            </a:fld>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2642002"/>
            <a:ext cx="8229600" cy="34512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70393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wrap="square" numCol="1" anchorCtr="0" compatLnSpc="1">
            <a:prstTxWarp prst="textNoShape">
              <a:avLst/>
            </a:prstTxWarp>
          </a:bodyPr>
          <a:lstStyle/>
          <a:p>
            <a:pPr eaLnBrk="1" hangingPunct="1">
              <a:defRPr/>
            </a:pPr>
            <a:r>
              <a:rPr lang="tr-TR" altLang="tr-TR" smtClean="0">
                <a:effectLst>
                  <a:outerShdw blurRad="38100" dist="38100" dir="2700000" algn="tl">
                    <a:srgbClr val="C0C0C0"/>
                  </a:outerShdw>
                </a:effectLst>
              </a:rPr>
              <a:t>Bilgisayarda Veri İşleme</a:t>
            </a:r>
            <a:endParaRPr lang="en-US" altLang="tr-TR" smtClean="0">
              <a:effectLst>
                <a:outerShdw blurRad="38100" dist="38100" dir="2700000" algn="tl">
                  <a:srgbClr val="C0C0C0"/>
                </a:outerShdw>
              </a:effectLst>
            </a:endParaRPr>
          </a:p>
        </p:txBody>
      </p:sp>
      <p:pic>
        <p:nvPicPr>
          <p:cNvPr id="10243" name="Picture 4" descr="gate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932363" y="2708275"/>
            <a:ext cx="3810000" cy="3810000"/>
          </a:xfrm>
          <a:noFill/>
        </p:spPr>
      </p:pic>
      <p:sp>
        <p:nvSpPr>
          <p:cNvPr id="4" name="Date Placeholder 3"/>
          <p:cNvSpPr>
            <a:spLocks noGrp="1"/>
          </p:cNvSpPr>
          <p:nvPr>
            <p:ph type="dt" sz="quarter" idx="10"/>
          </p:nvPr>
        </p:nvSpPr>
        <p:spPr/>
        <p:txBody>
          <a:bodyPr/>
          <a:lstStyle/>
          <a:p>
            <a:pPr>
              <a:defRPr/>
            </a:pPr>
            <a:fld id="{ACF792F1-1AE6-40A3-BDB9-584AB8D33D7E}" type="datetime1">
              <a:rPr lang="tr-TR"/>
              <a:pPr>
                <a:defRPr/>
              </a:pPr>
              <a:t>15.02.2024</a:t>
            </a:fld>
            <a:endParaRPr lang="en-US"/>
          </a:p>
        </p:txBody>
      </p:sp>
      <p:sp>
        <p:nvSpPr>
          <p:cNvPr id="5" name="Slide Number Placeholder 5"/>
          <p:cNvSpPr>
            <a:spLocks noGrp="1"/>
          </p:cNvSpPr>
          <p:nvPr>
            <p:ph type="sldNum" sz="quarter" idx="12"/>
          </p:nvPr>
        </p:nvSpPr>
        <p:spPr/>
        <p:txBody>
          <a:bodyPr/>
          <a:lstStyle/>
          <a:p>
            <a:pPr>
              <a:defRPr/>
            </a:pPr>
            <a:fld id="{54A329DD-C3DE-4A38-AA9C-5BC7BAFAF8BB}" type="slidenum">
              <a:rPr lang="en-US"/>
              <a:pPr>
                <a:defRPr/>
              </a:pPr>
              <a:t>9</a:t>
            </a:fld>
            <a:endParaRPr lang="en-US"/>
          </a:p>
        </p:txBody>
      </p:sp>
      <p:pic>
        <p:nvPicPr>
          <p:cNvPr id="10246" name="Picture 7" descr="İşlemciler (CPU) Nasıl Çalışır? image00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3789363"/>
            <a:ext cx="3514725" cy="201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7" name="Rectangle 1"/>
          <p:cNvSpPr>
            <a:spLocks noChangeArrowheads="1"/>
          </p:cNvSpPr>
          <p:nvPr/>
        </p:nvSpPr>
        <p:spPr bwMode="auto">
          <a:xfrm>
            <a:off x="561975" y="1125538"/>
            <a:ext cx="7704138"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Arial" charset="0"/>
              <a:buChar char="•"/>
              <a:defRPr sz="2400">
                <a:solidFill>
                  <a:srgbClr val="7F7F7F"/>
                </a:solidFill>
                <a:latin typeface="Century Gothic" pitchFamily="34" charset="0"/>
              </a:defRPr>
            </a:lvl1pPr>
            <a:lvl2pPr marL="742950" indent="-285750" eaLnBrk="0" hangingPunct="0">
              <a:spcBef>
                <a:spcPct val="20000"/>
              </a:spcBef>
              <a:buFont typeface="Courier New" pitchFamily="49" charset="0"/>
              <a:buChar char="o"/>
              <a:defRPr sz="1600">
                <a:solidFill>
                  <a:srgbClr val="7F7F7F"/>
                </a:solidFill>
                <a:latin typeface="Century Gothic" pitchFamily="34" charset="0"/>
              </a:defRPr>
            </a:lvl2pPr>
            <a:lvl3pPr marL="1143000" indent="-228600" eaLnBrk="0" hangingPunct="0">
              <a:spcBef>
                <a:spcPct val="20000"/>
              </a:spcBef>
              <a:buFont typeface="Arial" charset="0"/>
              <a:buChar char="•"/>
              <a:defRPr sz="1600">
                <a:solidFill>
                  <a:srgbClr val="7F7F7F"/>
                </a:solidFill>
                <a:latin typeface="Century Gothic" pitchFamily="34" charset="0"/>
              </a:defRPr>
            </a:lvl3pPr>
            <a:lvl4pPr marL="1600200" indent="-228600" eaLnBrk="0" hangingPunct="0">
              <a:spcBef>
                <a:spcPct val="20000"/>
              </a:spcBef>
              <a:buFont typeface="Courier New" pitchFamily="49" charset="0"/>
              <a:buChar char="o"/>
              <a:defRPr sz="1600">
                <a:solidFill>
                  <a:srgbClr val="7F7F7F"/>
                </a:solidFill>
                <a:latin typeface="Century Gothic" pitchFamily="34" charset="0"/>
              </a:defRPr>
            </a:lvl4pPr>
            <a:lvl5pPr marL="2057400" indent="-228600" eaLnBrk="0" hangingPunct="0">
              <a:spcBef>
                <a:spcPct val="20000"/>
              </a:spcBef>
              <a:buFont typeface="Arial" charset="0"/>
              <a:buChar char="•"/>
              <a:defRPr sz="1600">
                <a:solidFill>
                  <a:srgbClr val="7F7F7F"/>
                </a:solidFill>
                <a:latin typeface="Century Gothic" pitchFamily="34" charset="0"/>
              </a:defRPr>
            </a:lvl5pPr>
            <a:lvl6pPr marL="2514600" indent="-228600" eaLnBrk="0" fontAlgn="base" hangingPunct="0">
              <a:spcBef>
                <a:spcPct val="20000"/>
              </a:spcBef>
              <a:spcAft>
                <a:spcPct val="0"/>
              </a:spcAft>
              <a:buFont typeface="Arial" charset="0"/>
              <a:buChar char="•"/>
              <a:defRPr sz="1600">
                <a:solidFill>
                  <a:srgbClr val="7F7F7F"/>
                </a:solidFill>
                <a:latin typeface="Century Gothic" pitchFamily="34" charset="0"/>
              </a:defRPr>
            </a:lvl6pPr>
            <a:lvl7pPr marL="2971800" indent="-228600" eaLnBrk="0" fontAlgn="base" hangingPunct="0">
              <a:spcBef>
                <a:spcPct val="20000"/>
              </a:spcBef>
              <a:spcAft>
                <a:spcPct val="0"/>
              </a:spcAft>
              <a:buFont typeface="Arial" charset="0"/>
              <a:buChar char="•"/>
              <a:defRPr sz="1600">
                <a:solidFill>
                  <a:srgbClr val="7F7F7F"/>
                </a:solidFill>
                <a:latin typeface="Century Gothic" pitchFamily="34" charset="0"/>
              </a:defRPr>
            </a:lvl7pPr>
            <a:lvl8pPr marL="3429000" indent="-228600" eaLnBrk="0" fontAlgn="base" hangingPunct="0">
              <a:spcBef>
                <a:spcPct val="20000"/>
              </a:spcBef>
              <a:spcAft>
                <a:spcPct val="0"/>
              </a:spcAft>
              <a:buFont typeface="Arial" charset="0"/>
              <a:buChar char="•"/>
              <a:defRPr sz="1600">
                <a:solidFill>
                  <a:srgbClr val="7F7F7F"/>
                </a:solidFill>
                <a:latin typeface="Century Gothic" pitchFamily="34" charset="0"/>
              </a:defRPr>
            </a:lvl8pPr>
            <a:lvl9pPr marL="3886200" indent="-228600" eaLnBrk="0" fontAlgn="base" hangingPunct="0">
              <a:spcBef>
                <a:spcPct val="20000"/>
              </a:spcBef>
              <a:spcAft>
                <a:spcPct val="0"/>
              </a:spcAft>
              <a:buFont typeface="Arial" charset="0"/>
              <a:buChar char="•"/>
              <a:defRPr sz="1600">
                <a:solidFill>
                  <a:srgbClr val="7F7F7F"/>
                </a:solidFill>
                <a:latin typeface="Century Gothic" pitchFamily="34" charset="0"/>
              </a:defRPr>
            </a:lvl9pPr>
          </a:lstStyle>
          <a:p>
            <a:pPr eaLnBrk="1" hangingPunct="1">
              <a:spcBef>
                <a:spcPct val="0"/>
              </a:spcBef>
              <a:buFontTx/>
              <a:buNone/>
            </a:pPr>
            <a:r>
              <a:rPr lang="tr-TR" altLang="tr-TR" sz="1800">
                <a:solidFill>
                  <a:schemeClr val="tx1"/>
                </a:solidFill>
                <a:latin typeface="Arial" charset="0"/>
              </a:rPr>
              <a:t>Karar verme işlemi her biri en az bir transistörden oluşan mantık kapılarında yapılır. Transistörler, girişlerine uygulanan akım kombinasyolarına göre devreyi açıp kapayabilen ve bu sayede de elektronik bir anahtar görevi gören yarıiletken devre elemanlarıdır. </a:t>
            </a:r>
          </a:p>
          <a:p>
            <a:pPr eaLnBrk="1" hangingPunct="1">
              <a:spcBef>
                <a:spcPct val="0"/>
              </a:spcBef>
              <a:buFontTx/>
              <a:buNone/>
            </a:pPr>
            <a:r>
              <a:rPr lang="tr-TR" altLang="tr-TR" sz="1800">
                <a:solidFill>
                  <a:schemeClr val="tx1"/>
                </a:solidFill>
                <a:latin typeface="Arial" charset="0"/>
              </a:rPr>
              <a:t>Modern işlemcilerde bu transistörlerden milyonlarca tanesi aynı anda çalışarak çok karmaşık mantık hesaplarını yapabilirler.</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wrap="square" numCol="1" anchorCtr="0" compatLnSpc="1">
            <a:prstTxWarp prst="textNoShape">
              <a:avLst/>
            </a:prstTxWarp>
          </a:bodyPr>
          <a:lstStyle/>
          <a:p>
            <a:pPr eaLnBrk="1" hangingPunct="1">
              <a:defRPr/>
            </a:pPr>
            <a:r>
              <a:rPr lang="tr-TR" altLang="tr-TR" smtClean="0">
                <a:effectLst>
                  <a:outerShdw blurRad="38100" dist="38100" dir="2700000" algn="tl">
                    <a:srgbClr val="C0C0C0"/>
                  </a:outerShdw>
                </a:effectLst>
              </a:rPr>
              <a:t>Bilgisayarda Veri İşleme</a:t>
            </a:r>
            <a:endParaRPr lang="en-US" altLang="tr-TR" smtClean="0">
              <a:effectLst>
                <a:outerShdw blurRad="38100" dist="38100" dir="2700000" algn="tl">
                  <a:srgbClr val="C0C0C0"/>
                </a:outerShdw>
              </a:effectLst>
            </a:endParaRPr>
          </a:p>
        </p:txBody>
      </p:sp>
      <p:pic>
        <p:nvPicPr>
          <p:cNvPr id="11267" name="Picture 5" descr="5in5out-global"/>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760663" y="1295400"/>
            <a:ext cx="3622675" cy="4830763"/>
          </a:xfrm>
          <a:noFill/>
        </p:spPr>
      </p:pic>
      <p:sp>
        <p:nvSpPr>
          <p:cNvPr id="4" name="Date Placeholder 3"/>
          <p:cNvSpPr>
            <a:spLocks noGrp="1"/>
          </p:cNvSpPr>
          <p:nvPr>
            <p:ph type="dt" sz="quarter" idx="10"/>
          </p:nvPr>
        </p:nvSpPr>
        <p:spPr/>
        <p:txBody>
          <a:bodyPr/>
          <a:lstStyle/>
          <a:p>
            <a:pPr>
              <a:defRPr/>
            </a:pPr>
            <a:fld id="{1D291C1D-2E94-4791-8001-35268F50276A}" type="datetime1">
              <a:rPr lang="tr-TR"/>
              <a:pPr>
                <a:defRPr/>
              </a:pPr>
              <a:t>15.02.2024</a:t>
            </a:fld>
            <a:endParaRPr lang="en-US"/>
          </a:p>
        </p:txBody>
      </p:sp>
      <p:sp>
        <p:nvSpPr>
          <p:cNvPr id="5" name="Slide Number Placeholder 5"/>
          <p:cNvSpPr>
            <a:spLocks noGrp="1"/>
          </p:cNvSpPr>
          <p:nvPr>
            <p:ph type="sldNum" sz="quarter" idx="12"/>
          </p:nvPr>
        </p:nvSpPr>
        <p:spPr/>
        <p:txBody>
          <a:bodyPr/>
          <a:lstStyle/>
          <a:p>
            <a:pPr>
              <a:defRPr/>
            </a:pPr>
            <a:fld id="{A6A23A66-1D35-47EC-A19E-F58830C59DB6}" type="slidenum">
              <a:rPr lang="en-US"/>
              <a:pPr>
                <a:defRPr/>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eaLnBrk="1" fontAlgn="auto" hangingPunct="1">
              <a:spcAft>
                <a:spcPts val="0"/>
              </a:spcAft>
              <a:defRPr/>
            </a:pPr>
            <a:r>
              <a:rPr lang="tr-TR"/>
              <a:t>Silikon Devreler</a:t>
            </a:r>
            <a:endParaRPr lang="en-US"/>
          </a:p>
        </p:txBody>
      </p:sp>
      <p:pic>
        <p:nvPicPr>
          <p:cNvPr id="12291" name="Picture 4" descr="yonga"/>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403350" y="1700213"/>
            <a:ext cx="6481763" cy="2774950"/>
          </a:xfrm>
          <a:noFill/>
        </p:spPr>
      </p:pic>
      <p:sp>
        <p:nvSpPr>
          <p:cNvPr id="5" name="Date Placeholder 3"/>
          <p:cNvSpPr>
            <a:spLocks noGrp="1"/>
          </p:cNvSpPr>
          <p:nvPr>
            <p:ph type="dt" sz="quarter" idx="10"/>
          </p:nvPr>
        </p:nvSpPr>
        <p:spPr/>
        <p:txBody>
          <a:bodyPr/>
          <a:lstStyle/>
          <a:p>
            <a:pPr>
              <a:defRPr/>
            </a:pPr>
            <a:fld id="{57A0A566-9678-4131-B07B-462856FDB336}" type="datetime1">
              <a:rPr lang="tr-TR"/>
              <a:pPr>
                <a:defRPr/>
              </a:pPr>
              <a:t>15.02.2024</a:t>
            </a:fld>
            <a:endParaRPr lang="en-US"/>
          </a:p>
        </p:txBody>
      </p:sp>
      <p:sp>
        <p:nvSpPr>
          <p:cNvPr id="6" name="Slide Number Placeholder 5"/>
          <p:cNvSpPr>
            <a:spLocks noGrp="1"/>
          </p:cNvSpPr>
          <p:nvPr>
            <p:ph type="sldNum" sz="quarter" idx="12"/>
          </p:nvPr>
        </p:nvSpPr>
        <p:spPr/>
        <p:txBody>
          <a:bodyPr/>
          <a:lstStyle/>
          <a:p>
            <a:pPr>
              <a:defRPr/>
            </a:pPr>
            <a:fld id="{24720D85-EC82-42B8-ACF3-FF50EDBA158D}" type="slidenum">
              <a:rPr lang="en-US"/>
              <a:pPr>
                <a:defRPr/>
              </a:pPr>
              <a:t>11</a:t>
            </a:fld>
            <a:endParaRPr lang="en-US"/>
          </a:p>
        </p:txBody>
      </p:sp>
      <p:sp>
        <p:nvSpPr>
          <p:cNvPr id="12294" name="Rectangle 6"/>
          <p:cNvSpPr>
            <a:spLocks noChangeArrowheads="1"/>
          </p:cNvSpPr>
          <p:nvPr/>
        </p:nvSpPr>
        <p:spPr bwMode="auto">
          <a:xfrm>
            <a:off x="2411413" y="4797425"/>
            <a:ext cx="399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Font typeface="Arial" charset="0"/>
              <a:buChar char="•"/>
              <a:defRPr sz="2400">
                <a:solidFill>
                  <a:srgbClr val="7F7F7F"/>
                </a:solidFill>
                <a:latin typeface="Century Gothic" pitchFamily="34" charset="0"/>
              </a:defRPr>
            </a:lvl1pPr>
            <a:lvl2pPr marL="742950" indent="-285750" eaLnBrk="0" hangingPunct="0">
              <a:spcBef>
                <a:spcPct val="20000"/>
              </a:spcBef>
              <a:buFont typeface="Courier New" pitchFamily="49" charset="0"/>
              <a:buChar char="o"/>
              <a:defRPr sz="1600">
                <a:solidFill>
                  <a:srgbClr val="7F7F7F"/>
                </a:solidFill>
                <a:latin typeface="Century Gothic" pitchFamily="34" charset="0"/>
              </a:defRPr>
            </a:lvl2pPr>
            <a:lvl3pPr marL="1143000" indent="-228600" eaLnBrk="0" hangingPunct="0">
              <a:spcBef>
                <a:spcPct val="20000"/>
              </a:spcBef>
              <a:buFont typeface="Arial" charset="0"/>
              <a:buChar char="•"/>
              <a:defRPr sz="1600">
                <a:solidFill>
                  <a:srgbClr val="7F7F7F"/>
                </a:solidFill>
                <a:latin typeface="Century Gothic" pitchFamily="34" charset="0"/>
              </a:defRPr>
            </a:lvl3pPr>
            <a:lvl4pPr marL="1600200" indent="-228600" eaLnBrk="0" hangingPunct="0">
              <a:spcBef>
                <a:spcPct val="20000"/>
              </a:spcBef>
              <a:buFont typeface="Courier New" pitchFamily="49" charset="0"/>
              <a:buChar char="o"/>
              <a:defRPr sz="1600">
                <a:solidFill>
                  <a:srgbClr val="7F7F7F"/>
                </a:solidFill>
                <a:latin typeface="Century Gothic" pitchFamily="34" charset="0"/>
              </a:defRPr>
            </a:lvl4pPr>
            <a:lvl5pPr marL="2057400" indent="-228600" eaLnBrk="0" hangingPunct="0">
              <a:spcBef>
                <a:spcPct val="20000"/>
              </a:spcBef>
              <a:buFont typeface="Arial" charset="0"/>
              <a:buChar char="•"/>
              <a:defRPr sz="1600">
                <a:solidFill>
                  <a:srgbClr val="7F7F7F"/>
                </a:solidFill>
                <a:latin typeface="Century Gothic" pitchFamily="34" charset="0"/>
              </a:defRPr>
            </a:lvl5pPr>
            <a:lvl6pPr marL="2514600" indent="-228600" eaLnBrk="0" fontAlgn="base" hangingPunct="0">
              <a:spcBef>
                <a:spcPct val="20000"/>
              </a:spcBef>
              <a:spcAft>
                <a:spcPct val="0"/>
              </a:spcAft>
              <a:buFont typeface="Arial" charset="0"/>
              <a:buChar char="•"/>
              <a:defRPr sz="1600">
                <a:solidFill>
                  <a:srgbClr val="7F7F7F"/>
                </a:solidFill>
                <a:latin typeface="Century Gothic" pitchFamily="34" charset="0"/>
              </a:defRPr>
            </a:lvl6pPr>
            <a:lvl7pPr marL="2971800" indent="-228600" eaLnBrk="0" fontAlgn="base" hangingPunct="0">
              <a:spcBef>
                <a:spcPct val="20000"/>
              </a:spcBef>
              <a:spcAft>
                <a:spcPct val="0"/>
              </a:spcAft>
              <a:buFont typeface="Arial" charset="0"/>
              <a:buChar char="•"/>
              <a:defRPr sz="1600">
                <a:solidFill>
                  <a:srgbClr val="7F7F7F"/>
                </a:solidFill>
                <a:latin typeface="Century Gothic" pitchFamily="34" charset="0"/>
              </a:defRPr>
            </a:lvl7pPr>
            <a:lvl8pPr marL="3429000" indent="-228600" eaLnBrk="0" fontAlgn="base" hangingPunct="0">
              <a:spcBef>
                <a:spcPct val="20000"/>
              </a:spcBef>
              <a:spcAft>
                <a:spcPct val="0"/>
              </a:spcAft>
              <a:buFont typeface="Arial" charset="0"/>
              <a:buChar char="•"/>
              <a:defRPr sz="1600">
                <a:solidFill>
                  <a:srgbClr val="7F7F7F"/>
                </a:solidFill>
                <a:latin typeface="Century Gothic" pitchFamily="34" charset="0"/>
              </a:defRPr>
            </a:lvl8pPr>
            <a:lvl9pPr marL="3886200" indent="-228600" eaLnBrk="0" fontAlgn="base" hangingPunct="0">
              <a:spcBef>
                <a:spcPct val="20000"/>
              </a:spcBef>
              <a:spcAft>
                <a:spcPct val="0"/>
              </a:spcAft>
              <a:buFont typeface="Arial" charset="0"/>
              <a:buChar char="•"/>
              <a:defRPr sz="1600">
                <a:solidFill>
                  <a:srgbClr val="7F7F7F"/>
                </a:solidFill>
                <a:latin typeface="Century Gothic" pitchFamily="34" charset="0"/>
              </a:defRPr>
            </a:lvl9pPr>
          </a:lstStyle>
          <a:p>
            <a:pPr algn="ctr" eaLnBrk="1" hangingPunct="1">
              <a:spcBef>
                <a:spcPct val="0"/>
              </a:spcBef>
              <a:buFontTx/>
              <a:buNone/>
            </a:pPr>
            <a:r>
              <a:rPr lang="tr-TR" altLang="tr-TR" sz="1800">
                <a:solidFill>
                  <a:schemeClr val="tx1"/>
                </a:solidFill>
                <a:latin typeface="Arial" charset="0"/>
              </a:rPr>
              <a:t>Bazı yongalar o kadar küçüktür ki, </a:t>
            </a:r>
            <a:br>
              <a:rPr lang="tr-TR" altLang="tr-TR" sz="1800">
                <a:solidFill>
                  <a:schemeClr val="tx1"/>
                </a:solidFill>
                <a:latin typeface="Arial" charset="0"/>
              </a:rPr>
            </a:br>
            <a:r>
              <a:rPr lang="tr-TR" altLang="tr-TR" sz="1800">
                <a:solidFill>
                  <a:schemeClr val="tx1"/>
                </a:solidFill>
                <a:latin typeface="Arial" charset="0"/>
              </a:rPr>
              <a:t>bir iğnenin deliğinden bile geçebilirler.</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fontAlgn="auto" hangingPunct="1">
              <a:spcAft>
                <a:spcPts val="0"/>
              </a:spcAft>
              <a:defRPr/>
            </a:pPr>
            <a:r>
              <a:rPr lang="tr-TR"/>
              <a:t>Veriyolları</a:t>
            </a:r>
            <a:endParaRPr lang="en-US"/>
          </a:p>
        </p:txBody>
      </p:sp>
      <p:pic>
        <p:nvPicPr>
          <p:cNvPr id="13315" name="Picture 4" descr="veriyolu"/>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619250" y="1700213"/>
            <a:ext cx="6121400" cy="4489450"/>
          </a:xfrm>
          <a:noFill/>
        </p:spPr>
      </p:pic>
      <p:sp>
        <p:nvSpPr>
          <p:cNvPr id="4" name="Date Placeholder 3"/>
          <p:cNvSpPr>
            <a:spLocks noGrp="1"/>
          </p:cNvSpPr>
          <p:nvPr>
            <p:ph type="dt" sz="quarter" idx="10"/>
          </p:nvPr>
        </p:nvSpPr>
        <p:spPr/>
        <p:txBody>
          <a:bodyPr/>
          <a:lstStyle/>
          <a:p>
            <a:pPr>
              <a:defRPr/>
            </a:pPr>
            <a:fld id="{9CFA94D1-F652-4D08-A1C8-28CE597FBD97}" type="datetime1">
              <a:rPr lang="tr-TR"/>
              <a:pPr>
                <a:defRPr/>
              </a:pPr>
              <a:t>15.02.2024</a:t>
            </a:fld>
            <a:endParaRPr lang="en-US"/>
          </a:p>
        </p:txBody>
      </p:sp>
      <p:sp>
        <p:nvSpPr>
          <p:cNvPr id="5" name="Slide Number Placeholder 5"/>
          <p:cNvSpPr>
            <a:spLocks noGrp="1"/>
          </p:cNvSpPr>
          <p:nvPr>
            <p:ph type="sldNum" sz="quarter" idx="12"/>
          </p:nvPr>
        </p:nvSpPr>
        <p:spPr/>
        <p:txBody>
          <a:bodyPr/>
          <a:lstStyle/>
          <a:p>
            <a:pPr>
              <a:defRPr/>
            </a:pPr>
            <a:fld id="{12C74686-9D0C-4256-99DB-AEDC4CD8B9F2}" type="slidenum">
              <a:rPr lang="en-US"/>
              <a:pPr>
                <a:defRPr/>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4" descr="http://www.bilgiustam.com/resimler/2008/04/hdd-custo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4888" y="3860800"/>
            <a:ext cx="2362200" cy="259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pPr eaLnBrk="1" fontAlgn="auto" hangingPunct="1">
              <a:spcAft>
                <a:spcPts val="0"/>
              </a:spcAft>
              <a:defRPr/>
            </a:pPr>
            <a:r>
              <a:rPr lang="tr-TR" dirty="0" smtClean="0"/>
              <a:t>Hafıza ve Depolama</a:t>
            </a:r>
            <a:endParaRPr lang="tr-TR" dirty="0"/>
          </a:p>
        </p:txBody>
      </p:sp>
      <p:sp>
        <p:nvSpPr>
          <p:cNvPr id="14340" name="Content Placeholder 2"/>
          <p:cNvSpPr>
            <a:spLocks noGrp="1"/>
          </p:cNvSpPr>
          <p:nvPr>
            <p:ph idx="1"/>
          </p:nvPr>
        </p:nvSpPr>
        <p:spPr/>
        <p:txBody>
          <a:bodyPr/>
          <a:lstStyle/>
          <a:p>
            <a:pPr eaLnBrk="1" hangingPunct="1"/>
            <a:r>
              <a:rPr lang="tr-TR" altLang="tr-TR" smtClean="0">
                <a:solidFill>
                  <a:srgbClr val="404040"/>
                </a:solidFill>
              </a:rPr>
              <a:t>İşlemciler kendi üzerinde hafıza birimlerine sahiptir ancak bunlar küçük ve geçicidir </a:t>
            </a:r>
          </a:p>
          <a:p>
            <a:pPr lvl="1" eaLnBrk="1" hangingPunct="1"/>
            <a:r>
              <a:rPr lang="tr-TR" altLang="tr-TR" smtClean="0">
                <a:solidFill>
                  <a:srgbClr val="404040"/>
                </a:solidFill>
              </a:rPr>
              <a:t>Register, Cache</a:t>
            </a:r>
          </a:p>
          <a:p>
            <a:pPr lvl="1" eaLnBrk="1" hangingPunct="1"/>
            <a:r>
              <a:rPr lang="tr-TR" altLang="tr-TR" smtClean="0">
                <a:solidFill>
                  <a:srgbClr val="404040"/>
                </a:solidFill>
              </a:rPr>
              <a:t>Volatile - Geçici</a:t>
            </a:r>
          </a:p>
          <a:p>
            <a:pPr eaLnBrk="1" hangingPunct="1"/>
            <a:r>
              <a:rPr lang="tr-TR" altLang="tr-TR" smtClean="0">
                <a:solidFill>
                  <a:srgbClr val="404040"/>
                </a:solidFill>
              </a:rPr>
              <a:t>Daha büyük kapasite için RAM, ROM</a:t>
            </a:r>
          </a:p>
          <a:p>
            <a:pPr lvl="1" eaLnBrk="1" hangingPunct="1"/>
            <a:r>
              <a:rPr lang="tr-TR" altLang="tr-TR" smtClean="0">
                <a:solidFill>
                  <a:srgbClr val="404040"/>
                </a:solidFill>
              </a:rPr>
              <a:t>RAM geçici</a:t>
            </a:r>
          </a:p>
          <a:p>
            <a:pPr lvl="1" eaLnBrk="1" hangingPunct="1"/>
            <a:r>
              <a:rPr lang="tr-TR" altLang="tr-TR" smtClean="0">
                <a:solidFill>
                  <a:srgbClr val="404040"/>
                </a:solidFill>
              </a:rPr>
              <a:t>ROM kalıcı</a:t>
            </a:r>
          </a:p>
          <a:p>
            <a:pPr eaLnBrk="1" hangingPunct="1"/>
            <a:r>
              <a:rPr lang="tr-TR" altLang="tr-TR" smtClean="0">
                <a:solidFill>
                  <a:srgbClr val="404040"/>
                </a:solidFill>
              </a:rPr>
              <a:t>Daha kalıcı hafıza için depolama birimleri</a:t>
            </a:r>
          </a:p>
          <a:p>
            <a:pPr lvl="1" eaLnBrk="1" hangingPunct="1"/>
            <a:r>
              <a:rPr lang="tr-TR" altLang="tr-TR" smtClean="0">
                <a:solidFill>
                  <a:srgbClr val="404040"/>
                </a:solidFill>
              </a:rPr>
              <a:t>Sabit Disk, Disket sürücü, USB Bellek vb</a:t>
            </a:r>
          </a:p>
          <a:p>
            <a:pPr lvl="1" eaLnBrk="1" hangingPunct="1"/>
            <a:r>
              <a:rPr lang="tr-TR" altLang="tr-TR" smtClean="0">
                <a:solidFill>
                  <a:srgbClr val="404040"/>
                </a:solidFill>
              </a:rPr>
              <a:t>CD/DVD ROM</a:t>
            </a:r>
          </a:p>
          <a:p>
            <a:pPr lvl="1" eaLnBrk="1" hangingPunct="1"/>
            <a:r>
              <a:rPr lang="tr-TR" altLang="tr-TR" smtClean="0">
                <a:solidFill>
                  <a:srgbClr val="404040"/>
                </a:solidFill>
              </a:rPr>
              <a:t>Non-volatile - Kalıcı</a:t>
            </a:r>
          </a:p>
        </p:txBody>
      </p:sp>
      <p:sp>
        <p:nvSpPr>
          <p:cNvPr id="4" name="Date Placeholder 3"/>
          <p:cNvSpPr>
            <a:spLocks noGrp="1"/>
          </p:cNvSpPr>
          <p:nvPr>
            <p:ph type="dt" sz="quarter" idx="10"/>
          </p:nvPr>
        </p:nvSpPr>
        <p:spPr/>
        <p:txBody>
          <a:bodyPr/>
          <a:lstStyle/>
          <a:p>
            <a:pPr>
              <a:defRPr/>
            </a:pPr>
            <a:fld id="{C77FC4E3-5EF1-478A-B3CF-72DCF2BACD58}" type="datetime1">
              <a:rPr lang="tr-TR"/>
              <a:pPr>
                <a:defRPr/>
              </a:pPr>
              <a:t>15.02.2024</a:t>
            </a:fld>
            <a:endParaRPr lang="en-US" dirty="0"/>
          </a:p>
        </p:txBody>
      </p:sp>
      <p:sp>
        <p:nvSpPr>
          <p:cNvPr id="5" name="Slide Number Placeholder 4"/>
          <p:cNvSpPr>
            <a:spLocks noGrp="1"/>
          </p:cNvSpPr>
          <p:nvPr>
            <p:ph type="sldNum" sz="quarter" idx="12"/>
          </p:nvPr>
        </p:nvSpPr>
        <p:spPr/>
        <p:txBody>
          <a:bodyPr/>
          <a:lstStyle/>
          <a:p>
            <a:pPr>
              <a:defRPr/>
            </a:pPr>
            <a:fld id="{E81B4A6D-AD5C-400A-88E1-3C11F3DBF358}" type="slidenum">
              <a:rPr lang="en-US"/>
              <a:pPr>
                <a:defRPr/>
              </a:pPr>
              <a:t>13</a:t>
            </a:fld>
            <a:endParaRPr lang="en-US"/>
          </a:p>
        </p:txBody>
      </p:sp>
      <p:pic>
        <p:nvPicPr>
          <p:cNvPr id="14343" name="Picture 2" descr="http://t0.gstatic.com/images?q=tbn:ANd9GcTf3z8a9iGt0zmJn3izXBZsAdxnKQfeViekV1bkW-8Pxx9UqJY&amp;t=1&amp;usg=__IEMG84Go5PrspqrcLgWJ0fsWWAQ="/>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4888" y="1989138"/>
            <a:ext cx="2828925"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tr-TR" dirty="0" smtClean="0"/>
              <a:t>Klavye &amp; Fare</a:t>
            </a:r>
            <a:endParaRPr lang="tr-TR" dirty="0"/>
          </a:p>
        </p:txBody>
      </p:sp>
      <p:sp>
        <p:nvSpPr>
          <p:cNvPr id="3" name="Content Placeholder 2"/>
          <p:cNvSpPr>
            <a:spLocks noGrp="1"/>
          </p:cNvSpPr>
          <p:nvPr>
            <p:ph idx="1"/>
          </p:nvPr>
        </p:nvSpPr>
        <p:spPr/>
        <p:txBody>
          <a:bodyPr rtlCol="0">
            <a:normAutofit/>
          </a:bodyPr>
          <a:lstStyle/>
          <a:p>
            <a:pPr eaLnBrk="1" fontAlgn="auto" hangingPunct="1">
              <a:spcAft>
                <a:spcPts val="0"/>
              </a:spcAft>
              <a:buFont typeface="Arial" pitchFamily="34" charset="0"/>
              <a:buChar char="•"/>
              <a:defRPr/>
            </a:pPr>
            <a:r>
              <a:rPr lang="tr-TR" dirty="0" smtClean="0"/>
              <a:t>Kullanıcının veri girmesine olanak sağlar</a:t>
            </a:r>
            <a:endParaRPr lang="tr-TR" dirty="0"/>
          </a:p>
        </p:txBody>
      </p:sp>
      <p:sp>
        <p:nvSpPr>
          <p:cNvPr id="4" name="Date Placeholder 3"/>
          <p:cNvSpPr>
            <a:spLocks noGrp="1"/>
          </p:cNvSpPr>
          <p:nvPr>
            <p:ph type="dt" sz="quarter" idx="10"/>
          </p:nvPr>
        </p:nvSpPr>
        <p:spPr/>
        <p:txBody>
          <a:bodyPr/>
          <a:lstStyle/>
          <a:p>
            <a:pPr>
              <a:defRPr/>
            </a:pPr>
            <a:fld id="{C77FC4E3-5EF1-478A-B3CF-72DCF2BACD58}" type="datetime1">
              <a:rPr lang="tr-TR"/>
              <a:pPr>
                <a:defRPr/>
              </a:pPr>
              <a:t>15.02.2024</a:t>
            </a:fld>
            <a:endParaRPr lang="en-US"/>
          </a:p>
        </p:txBody>
      </p:sp>
      <p:sp>
        <p:nvSpPr>
          <p:cNvPr id="5" name="Slide Number Placeholder 4"/>
          <p:cNvSpPr>
            <a:spLocks noGrp="1"/>
          </p:cNvSpPr>
          <p:nvPr>
            <p:ph type="sldNum" sz="quarter" idx="12"/>
          </p:nvPr>
        </p:nvSpPr>
        <p:spPr/>
        <p:txBody>
          <a:bodyPr/>
          <a:lstStyle/>
          <a:p>
            <a:pPr>
              <a:defRPr/>
            </a:pPr>
            <a:fld id="{1BD5A79F-9910-4850-A7C3-75E8936F8A29}" type="slidenum">
              <a:rPr lang="en-US"/>
              <a:pPr>
                <a:defRPr/>
              </a:pPr>
              <a:t>14</a:t>
            </a:fld>
            <a:endParaRPr lang="en-US"/>
          </a:p>
        </p:txBody>
      </p:sp>
      <p:pic>
        <p:nvPicPr>
          <p:cNvPr id="15366" name="Picture 2" descr="http://t3.gstatic.com/images?q=tbn:ANd9GcRlUx3W7VDjNgYFAE0XF6DDXJc5ST-zGJaFXP1vkjtMYEu9m5E&amp;t=1&amp;usg=__USCOYf57R0-oER8_yN7ODFmhzWQ="/>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1989138"/>
            <a:ext cx="2695575"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7" name="Picture 4" descr="http://t2.gstatic.com/images?q=tbn:ANd9GcSFsJ7DDlg2Y9tIZm5-XFwXcMI8CT0nMTLyfkrFcWDW475X8VI&amp;t=1&amp;usg=__h2byyZtbjBT6AMMBYVRBADEavN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038" y="3789363"/>
            <a:ext cx="2466975"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8" name="Picture 6" descr="http://t3.gstatic.com/images?q=tbn:ANd9GcSn4OwkDw60pfNLZsguXAxH-a-Yqk0yhecYUE7fSU08Vx3VgSg&amp;t=1&amp;usg=__UrjDQWy6IBxdrTyepLkLnz5Yeu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1150" y="2116138"/>
            <a:ext cx="2486025" cy="183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9" name="Picture 8" descr="http://t2.gstatic.com/images?q=tbn:ANd9GcQaRGB2glJNQZjhYmia_efe8NdZbG3YQ6b4erglwUmZGB_ShCs&amp;t=1&amp;usg=__dZ_WFtZOJ_a7VgE0HaU829YWD6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67400" y="2708275"/>
            <a:ext cx="2486025" cy="183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0" name="Picture 10" descr="http://t1.gstatic.com/images?q=tbn:ANd9GcRMnG8-Z9hJXnqduMMUhbexRSOZ3mpaKogruW5Bpq-BMyiyjVk&amp;t=1&amp;usg=__JBCiPH42uqrm7LTILaI5CuFqi9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00563" y="4846638"/>
            <a:ext cx="2895600"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tr-TR" dirty="0" smtClean="0"/>
              <a:t>Monitör ve Ekran Kartı</a:t>
            </a:r>
            <a:endParaRPr lang="tr-TR" dirty="0"/>
          </a:p>
        </p:txBody>
      </p:sp>
      <p:sp>
        <p:nvSpPr>
          <p:cNvPr id="16387" name="Content Placeholder 2"/>
          <p:cNvSpPr>
            <a:spLocks noGrp="1"/>
          </p:cNvSpPr>
          <p:nvPr>
            <p:ph idx="1"/>
          </p:nvPr>
        </p:nvSpPr>
        <p:spPr/>
        <p:txBody>
          <a:bodyPr/>
          <a:lstStyle/>
          <a:p>
            <a:pPr eaLnBrk="1" hangingPunct="1"/>
            <a:r>
              <a:rPr lang="tr-TR" altLang="tr-TR" smtClean="0">
                <a:solidFill>
                  <a:srgbClr val="404040"/>
                </a:solidFill>
              </a:rPr>
              <a:t>Hem girdi hem de çıktı birimi olarak çalışırlar</a:t>
            </a:r>
          </a:p>
        </p:txBody>
      </p:sp>
      <p:sp>
        <p:nvSpPr>
          <p:cNvPr id="4" name="Date Placeholder 3"/>
          <p:cNvSpPr>
            <a:spLocks noGrp="1"/>
          </p:cNvSpPr>
          <p:nvPr>
            <p:ph type="dt" sz="quarter" idx="10"/>
          </p:nvPr>
        </p:nvSpPr>
        <p:spPr/>
        <p:txBody>
          <a:bodyPr/>
          <a:lstStyle/>
          <a:p>
            <a:pPr>
              <a:defRPr/>
            </a:pPr>
            <a:fld id="{C77FC4E3-5EF1-478A-B3CF-72DCF2BACD58}" type="datetime1">
              <a:rPr lang="tr-TR"/>
              <a:pPr>
                <a:defRPr/>
              </a:pPr>
              <a:t>15.02.2024</a:t>
            </a:fld>
            <a:endParaRPr lang="en-US"/>
          </a:p>
        </p:txBody>
      </p:sp>
      <p:sp>
        <p:nvSpPr>
          <p:cNvPr id="5" name="Slide Number Placeholder 4"/>
          <p:cNvSpPr>
            <a:spLocks noGrp="1"/>
          </p:cNvSpPr>
          <p:nvPr>
            <p:ph type="sldNum" sz="quarter" idx="12"/>
          </p:nvPr>
        </p:nvSpPr>
        <p:spPr/>
        <p:txBody>
          <a:bodyPr/>
          <a:lstStyle/>
          <a:p>
            <a:pPr>
              <a:defRPr/>
            </a:pPr>
            <a:fld id="{55D32FAE-9F96-4066-A9BF-D89248AE8698}" type="slidenum">
              <a:rPr lang="en-US"/>
              <a:pPr>
                <a:defRPr/>
              </a:pPr>
              <a:t>15</a:t>
            </a:fld>
            <a:endParaRPr lang="en-US"/>
          </a:p>
        </p:txBody>
      </p:sp>
      <p:pic>
        <p:nvPicPr>
          <p:cNvPr id="16390" name="Picture 2" descr="http://t3.gstatic.com/images?q=tbn:ANd9GcQaOu1wo_J11FcK5NXr9SRKGxuwFDlZ_gxVFdsezqgBJrWcQO8&amp;t=1&amp;usg=__v8tJs4503hLReR1BcXKwrL9dvj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0425" y="2276475"/>
            <a:ext cx="1933575"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1" name="Picture 4" descr="http://t2.gstatic.com/images?q=tbn:ANd9GcRsXm8ZGIh3iaiIs_uPhZq1kpyAFEV0hsaK9z1RdzDqozQyOSE&amp;t=1&amp;usg=__GVHcVokSGIN8GNuO9g4PXzxTmv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2386013"/>
            <a:ext cx="2143125"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tr-TR" dirty="0" smtClean="0"/>
              <a:t>Kasa </a:t>
            </a:r>
            <a:endParaRPr lang="tr-TR" dirty="0"/>
          </a:p>
        </p:txBody>
      </p:sp>
      <p:sp>
        <p:nvSpPr>
          <p:cNvPr id="3" name="Content Placeholder 2"/>
          <p:cNvSpPr>
            <a:spLocks noGrp="1"/>
          </p:cNvSpPr>
          <p:nvPr>
            <p:ph idx="1"/>
          </p:nvPr>
        </p:nvSpPr>
        <p:spPr/>
        <p:txBody>
          <a:bodyPr rtlCol="0">
            <a:normAutofit/>
          </a:bodyPr>
          <a:lstStyle/>
          <a:p>
            <a:pPr eaLnBrk="1" fontAlgn="auto" hangingPunct="1">
              <a:spcAft>
                <a:spcPts val="0"/>
              </a:spcAft>
              <a:buFont typeface="Arial" pitchFamily="34" charset="0"/>
              <a:buChar char="•"/>
              <a:defRPr/>
            </a:pPr>
            <a:r>
              <a:rPr lang="tr-TR" dirty="0" smtClean="0"/>
              <a:t>Ses yalıtımı, güç yönetimi ve sıcaklı kontrolü önemlidir</a:t>
            </a:r>
            <a:endParaRPr lang="tr-TR" dirty="0"/>
          </a:p>
        </p:txBody>
      </p:sp>
      <p:sp>
        <p:nvSpPr>
          <p:cNvPr id="4" name="Date Placeholder 3"/>
          <p:cNvSpPr>
            <a:spLocks noGrp="1"/>
          </p:cNvSpPr>
          <p:nvPr>
            <p:ph type="dt" sz="quarter" idx="10"/>
          </p:nvPr>
        </p:nvSpPr>
        <p:spPr/>
        <p:txBody>
          <a:bodyPr/>
          <a:lstStyle/>
          <a:p>
            <a:pPr>
              <a:defRPr/>
            </a:pPr>
            <a:fld id="{C77FC4E3-5EF1-478A-B3CF-72DCF2BACD58}" type="datetime1">
              <a:rPr lang="tr-TR"/>
              <a:pPr>
                <a:defRPr/>
              </a:pPr>
              <a:t>15.02.2024</a:t>
            </a:fld>
            <a:endParaRPr lang="en-US"/>
          </a:p>
        </p:txBody>
      </p:sp>
      <p:sp>
        <p:nvSpPr>
          <p:cNvPr id="5" name="Slide Number Placeholder 4"/>
          <p:cNvSpPr>
            <a:spLocks noGrp="1"/>
          </p:cNvSpPr>
          <p:nvPr>
            <p:ph type="sldNum" sz="quarter" idx="12"/>
          </p:nvPr>
        </p:nvSpPr>
        <p:spPr/>
        <p:txBody>
          <a:bodyPr/>
          <a:lstStyle/>
          <a:p>
            <a:pPr>
              <a:defRPr/>
            </a:pPr>
            <a:fld id="{8758FBD5-8A6A-406C-92CA-A59C94A63A4A}" type="slidenum">
              <a:rPr lang="en-US"/>
              <a:pPr>
                <a:defRPr/>
              </a:pPr>
              <a:t>16</a:t>
            </a:fld>
            <a:endParaRPr lang="en-US"/>
          </a:p>
        </p:txBody>
      </p:sp>
      <p:pic>
        <p:nvPicPr>
          <p:cNvPr id="17414" name="Picture 2" descr="http://t1.gstatic.com/images?q=tbn:ANd9GcSBjx84_mDBKqjBhXPpOqj6352MR9Lzisz7m4-NDo_2wXpKVdo&amp;t=1&amp;usg=__6nxav2CLd2D15mNfV0j-iZpWl2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2205038"/>
            <a:ext cx="3811588" cy="345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5" name="Picture 4" descr="http://t0.gstatic.com/images?q=tbn:ANd9GcQm8gSQPektx0rtyGFu6zjP70NnntlMkPr-3wVsBFes-g_NQto&amp;t=1&amp;usg=__3l-MNZvGTNXKs9VR_zPKg31E0x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363" y="2781300"/>
            <a:ext cx="1857375"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tr-TR" dirty="0" smtClean="0"/>
              <a:t>Ağ Donanımları</a:t>
            </a:r>
            <a:endParaRPr lang="tr-TR" dirty="0"/>
          </a:p>
        </p:txBody>
      </p:sp>
      <p:sp>
        <p:nvSpPr>
          <p:cNvPr id="3" name="Content Placeholder 2"/>
          <p:cNvSpPr>
            <a:spLocks noGrp="1"/>
          </p:cNvSpPr>
          <p:nvPr>
            <p:ph idx="1"/>
          </p:nvPr>
        </p:nvSpPr>
        <p:spPr/>
        <p:txBody>
          <a:bodyPr rtlCol="0">
            <a:normAutofit/>
          </a:bodyPr>
          <a:lstStyle/>
          <a:p>
            <a:pPr eaLnBrk="1" fontAlgn="auto" hangingPunct="1">
              <a:spcAft>
                <a:spcPts val="0"/>
              </a:spcAft>
              <a:buFont typeface="Arial" pitchFamily="34" charset="0"/>
              <a:buChar char="•"/>
              <a:defRPr/>
            </a:pPr>
            <a:r>
              <a:rPr lang="tr-TR" dirty="0" smtClean="0"/>
              <a:t>Ethernet kartı, kablosuz ethernet kartı, bluetooth kartı vb</a:t>
            </a:r>
          </a:p>
          <a:p>
            <a:pPr eaLnBrk="1" fontAlgn="auto" hangingPunct="1">
              <a:spcAft>
                <a:spcPts val="0"/>
              </a:spcAft>
              <a:buFont typeface="Arial" pitchFamily="34" charset="0"/>
              <a:buChar char="•"/>
              <a:defRPr/>
            </a:pPr>
            <a:r>
              <a:rPr lang="tr-TR" dirty="0" smtClean="0"/>
              <a:t>Eskiden ayrı bir karttı, şimdi anakartın içine gömülü</a:t>
            </a:r>
          </a:p>
          <a:p>
            <a:pPr eaLnBrk="1" fontAlgn="auto" hangingPunct="1">
              <a:spcAft>
                <a:spcPts val="0"/>
              </a:spcAft>
              <a:buFont typeface="Arial" pitchFamily="34" charset="0"/>
              <a:buChar char="•"/>
              <a:defRPr/>
            </a:pPr>
            <a:r>
              <a:rPr lang="tr-TR" dirty="0" smtClean="0"/>
              <a:t>Modem, Hub, anahtar vb...</a:t>
            </a:r>
            <a:endParaRPr lang="tr-TR" dirty="0"/>
          </a:p>
        </p:txBody>
      </p:sp>
      <p:sp>
        <p:nvSpPr>
          <p:cNvPr id="4" name="Date Placeholder 3"/>
          <p:cNvSpPr>
            <a:spLocks noGrp="1"/>
          </p:cNvSpPr>
          <p:nvPr>
            <p:ph type="dt" sz="quarter" idx="10"/>
          </p:nvPr>
        </p:nvSpPr>
        <p:spPr/>
        <p:txBody>
          <a:bodyPr/>
          <a:lstStyle/>
          <a:p>
            <a:pPr>
              <a:defRPr/>
            </a:pPr>
            <a:fld id="{C77FC4E3-5EF1-478A-B3CF-72DCF2BACD58}" type="datetime1">
              <a:rPr lang="tr-TR"/>
              <a:pPr>
                <a:defRPr/>
              </a:pPr>
              <a:t>15.02.2024</a:t>
            </a:fld>
            <a:endParaRPr lang="en-US" dirty="0"/>
          </a:p>
        </p:txBody>
      </p:sp>
      <p:sp>
        <p:nvSpPr>
          <p:cNvPr id="5" name="Slide Number Placeholder 4"/>
          <p:cNvSpPr>
            <a:spLocks noGrp="1"/>
          </p:cNvSpPr>
          <p:nvPr>
            <p:ph type="sldNum" sz="quarter" idx="12"/>
          </p:nvPr>
        </p:nvSpPr>
        <p:spPr/>
        <p:txBody>
          <a:bodyPr/>
          <a:lstStyle/>
          <a:p>
            <a:pPr>
              <a:defRPr/>
            </a:pPr>
            <a:fld id="{94144ABD-011A-4B44-8C1F-BCE5BE0E5B10}" type="slidenum">
              <a:rPr lang="en-US"/>
              <a:pPr>
                <a:defRPr/>
              </a:pPr>
              <a:t>17</a:t>
            </a:fld>
            <a:endParaRPr lang="en-US"/>
          </a:p>
        </p:txBody>
      </p:sp>
      <p:pic>
        <p:nvPicPr>
          <p:cNvPr id="18438" name="Picture 2" descr="http://t0.gstatic.com/images?q=tbn:ANd9GcT_Fn1XWO-UWXvCuUeSX3tPdn07h4Bv91vGu8pjA8pEkgiAMe4&amp;t=1&amp;usg=__wKLoouF8eIvHB_Fa45gM1j_RYX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3182938"/>
            <a:ext cx="2466975"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9" name="Picture 4" descr="http://t1.gstatic.com/images?q=tbn:ANd9GcRATlQod7kJASfOVXcoaXABkS1NGQPfPbYYYjOtKSAOTp8aAFA&amp;t=1&amp;usg=__a0lPAGMmajZGdlBdaRylbrLDZ6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24525" y="3284538"/>
            <a:ext cx="2286000"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0" name="Picture 6" descr="http://t2.gstatic.com/images?q=tbn:ANd9GcRBTm5XTCzoct8SvI_qbAzYCqK3bH_IwhbJ7OJ664ZcRpIJdKE&amp;t=1&amp;usg=__S4q2LDBx8oS0IQEu_-u6xO4mkh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6125" y="4724400"/>
            <a:ext cx="2438400"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tr-TR" dirty="0" smtClean="0"/>
              <a:t>Ses Donanımları</a:t>
            </a:r>
            <a:endParaRPr lang="tr-TR" dirty="0"/>
          </a:p>
        </p:txBody>
      </p:sp>
      <p:sp>
        <p:nvSpPr>
          <p:cNvPr id="3" name="Content Placeholder 2"/>
          <p:cNvSpPr>
            <a:spLocks noGrp="1"/>
          </p:cNvSpPr>
          <p:nvPr>
            <p:ph idx="1"/>
          </p:nvPr>
        </p:nvSpPr>
        <p:spPr/>
        <p:txBody>
          <a:bodyPr rtlCol="0">
            <a:normAutofit/>
          </a:bodyPr>
          <a:lstStyle/>
          <a:p>
            <a:pPr eaLnBrk="1" fontAlgn="auto" hangingPunct="1">
              <a:spcAft>
                <a:spcPts val="0"/>
              </a:spcAft>
              <a:buFont typeface="Arial" pitchFamily="34" charset="0"/>
              <a:buChar char="•"/>
              <a:defRPr/>
            </a:pPr>
            <a:r>
              <a:rPr lang="tr-TR" dirty="0" smtClean="0"/>
              <a:t>Ses kartı</a:t>
            </a:r>
          </a:p>
          <a:p>
            <a:pPr eaLnBrk="1" fontAlgn="auto" hangingPunct="1">
              <a:spcAft>
                <a:spcPts val="0"/>
              </a:spcAft>
              <a:buFont typeface="Arial" pitchFamily="34" charset="0"/>
              <a:buChar char="•"/>
              <a:defRPr/>
            </a:pPr>
            <a:r>
              <a:rPr lang="tr-TR" dirty="0" smtClean="0"/>
              <a:t>Hoparlör ve mikrofon girişleri</a:t>
            </a:r>
          </a:p>
          <a:p>
            <a:pPr eaLnBrk="1" fontAlgn="auto" hangingPunct="1">
              <a:spcAft>
                <a:spcPts val="0"/>
              </a:spcAft>
              <a:buFont typeface="Arial" pitchFamily="34" charset="0"/>
              <a:buChar char="•"/>
              <a:defRPr/>
            </a:pPr>
            <a:r>
              <a:rPr lang="tr-TR" dirty="0" smtClean="0"/>
              <a:t>Profesyonel ses işleme kartları</a:t>
            </a:r>
            <a:endParaRPr lang="tr-TR" dirty="0"/>
          </a:p>
        </p:txBody>
      </p:sp>
      <p:sp>
        <p:nvSpPr>
          <p:cNvPr id="4" name="Date Placeholder 3"/>
          <p:cNvSpPr>
            <a:spLocks noGrp="1"/>
          </p:cNvSpPr>
          <p:nvPr>
            <p:ph type="dt" sz="quarter" idx="10"/>
          </p:nvPr>
        </p:nvSpPr>
        <p:spPr/>
        <p:txBody>
          <a:bodyPr/>
          <a:lstStyle/>
          <a:p>
            <a:pPr>
              <a:defRPr/>
            </a:pPr>
            <a:fld id="{C77FC4E3-5EF1-478A-B3CF-72DCF2BACD58}" type="datetime1">
              <a:rPr lang="tr-TR"/>
              <a:pPr>
                <a:defRPr/>
              </a:pPr>
              <a:t>15.02.2024</a:t>
            </a:fld>
            <a:endParaRPr lang="en-US"/>
          </a:p>
        </p:txBody>
      </p:sp>
      <p:sp>
        <p:nvSpPr>
          <p:cNvPr id="5" name="Slide Number Placeholder 4"/>
          <p:cNvSpPr>
            <a:spLocks noGrp="1"/>
          </p:cNvSpPr>
          <p:nvPr>
            <p:ph type="sldNum" sz="quarter" idx="12"/>
          </p:nvPr>
        </p:nvSpPr>
        <p:spPr/>
        <p:txBody>
          <a:bodyPr/>
          <a:lstStyle/>
          <a:p>
            <a:pPr>
              <a:defRPr/>
            </a:pPr>
            <a:fld id="{90CA3754-F86E-4D03-80E7-4CAB1945B5CE}" type="slidenum">
              <a:rPr lang="en-US"/>
              <a:pPr>
                <a:defRPr/>
              </a:pPr>
              <a:t>18</a:t>
            </a:fld>
            <a:endParaRPr lang="en-US"/>
          </a:p>
        </p:txBody>
      </p:sp>
      <p:pic>
        <p:nvPicPr>
          <p:cNvPr id="19462" name="Picture 2" descr="http://t1.gstatic.com/images?q=tbn:ANd9GcQktVG-V0sYNoefUeA9Fs0DX42Y2L5YvFt8Na5fPxdM2WlUCmI&amp;t=1&amp;usg=__AAckXBas93pipIo1rSnYOeq10Y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9138" y="2708275"/>
            <a:ext cx="3384550" cy="402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tr-TR" dirty="0" smtClean="0"/>
              <a:t>Yazıcı ve Tarayıcı</a:t>
            </a:r>
            <a:endParaRPr lang="tr-TR" dirty="0"/>
          </a:p>
        </p:txBody>
      </p:sp>
      <p:sp>
        <p:nvSpPr>
          <p:cNvPr id="20483" name="Content Placeholder 2"/>
          <p:cNvSpPr>
            <a:spLocks noGrp="1"/>
          </p:cNvSpPr>
          <p:nvPr>
            <p:ph idx="1"/>
          </p:nvPr>
        </p:nvSpPr>
        <p:spPr/>
        <p:txBody>
          <a:bodyPr/>
          <a:lstStyle/>
          <a:p>
            <a:pPr eaLnBrk="1" hangingPunct="1"/>
            <a:r>
              <a:rPr lang="tr-TR" altLang="tr-TR" smtClean="0">
                <a:solidFill>
                  <a:srgbClr val="404040"/>
                </a:solidFill>
              </a:rPr>
              <a:t>Girdi ve çıktı birimleri olarak çalışırlar. </a:t>
            </a:r>
          </a:p>
          <a:p>
            <a:pPr eaLnBrk="1" hangingPunct="1"/>
            <a:r>
              <a:rPr lang="tr-TR" altLang="tr-TR" smtClean="0">
                <a:solidFill>
                  <a:srgbClr val="404040"/>
                </a:solidFill>
              </a:rPr>
              <a:t>Farklı bağlantı yolları vardır</a:t>
            </a:r>
          </a:p>
          <a:p>
            <a:pPr eaLnBrk="1" hangingPunct="1"/>
            <a:r>
              <a:rPr lang="tr-TR" altLang="tr-TR" smtClean="0">
                <a:solidFill>
                  <a:srgbClr val="404040"/>
                </a:solidFill>
              </a:rPr>
              <a:t>Son modellerin çoğu USB ile bağlanır</a:t>
            </a:r>
          </a:p>
        </p:txBody>
      </p:sp>
      <p:sp>
        <p:nvSpPr>
          <p:cNvPr id="4" name="Date Placeholder 3"/>
          <p:cNvSpPr>
            <a:spLocks noGrp="1"/>
          </p:cNvSpPr>
          <p:nvPr>
            <p:ph type="dt" sz="quarter" idx="10"/>
          </p:nvPr>
        </p:nvSpPr>
        <p:spPr/>
        <p:txBody>
          <a:bodyPr/>
          <a:lstStyle/>
          <a:p>
            <a:pPr>
              <a:defRPr/>
            </a:pPr>
            <a:fld id="{C77FC4E3-5EF1-478A-B3CF-72DCF2BACD58}" type="datetime1">
              <a:rPr lang="tr-TR"/>
              <a:pPr>
                <a:defRPr/>
              </a:pPr>
              <a:t>15.02.2024</a:t>
            </a:fld>
            <a:endParaRPr lang="en-US"/>
          </a:p>
        </p:txBody>
      </p:sp>
      <p:sp>
        <p:nvSpPr>
          <p:cNvPr id="5" name="Slide Number Placeholder 4"/>
          <p:cNvSpPr>
            <a:spLocks noGrp="1"/>
          </p:cNvSpPr>
          <p:nvPr>
            <p:ph type="sldNum" sz="quarter" idx="12"/>
          </p:nvPr>
        </p:nvSpPr>
        <p:spPr/>
        <p:txBody>
          <a:bodyPr/>
          <a:lstStyle/>
          <a:p>
            <a:pPr>
              <a:defRPr/>
            </a:pPr>
            <a:fld id="{14067EDE-CFFC-47D4-90BD-167695A83713}" type="slidenum">
              <a:rPr lang="en-US"/>
              <a:pPr>
                <a:defRPr/>
              </a:pPr>
              <a:t>19</a:t>
            </a:fld>
            <a:endParaRPr lang="en-US"/>
          </a:p>
        </p:txBody>
      </p:sp>
      <p:pic>
        <p:nvPicPr>
          <p:cNvPr id="20486" name="Picture 2" descr="http://t1.gstatic.com/images?q=tbn:ANd9GcQwS2BIBXhu4CfhfYC68SKF1TXS8ysemYrsMzn053WwAY_H6Sc&amp;t=1&amp;usg=__eCTvGBfMO07xc_yR4XEEW1E365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3267075"/>
            <a:ext cx="2209800" cy="206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7" name="Picture 4" descr="http://t3.gstatic.com/images?q=tbn:ANd9GcRtb7f-5E0PFGFBcNBVodlVZZCVpzRUde2gHG0yOSD0jHynHig&amp;t=1&amp;usg=__yuMFUgnmTdRhjOJ9jZlBOMueLU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5600" y="3232150"/>
            <a:ext cx="2114550"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fontAlgn="auto" hangingPunct="1">
              <a:spcAft>
                <a:spcPts val="0"/>
              </a:spcAft>
              <a:defRPr/>
            </a:pPr>
            <a:r>
              <a:rPr lang="tr-TR" dirty="0" smtClean="0"/>
              <a:t>Sunum Konuları</a:t>
            </a:r>
            <a:endParaRPr lang="tr-TR" dirty="0"/>
          </a:p>
        </p:txBody>
      </p:sp>
      <p:sp>
        <p:nvSpPr>
          <p:cNvPr id="21507" name="Rectangle 3"/>
          <p:cNvSpPr>
            <a:spLocks noGrp="1" noChangeArrowheads="1"/>
          </p:cNvSpPr>
          <p:nvPr>
            <p:ph idx="1"/>
          </p:nvPr>
        </p:nvSpPr>
        <p:spPr/>
        <p:txBody>
          <a:bodyPr/>
          <a:lstStyle/>
          <a:p>
            <a:pPr marL="457200" indent="-457200" eaLnBrk="1" hangingPunct="1">
              <a:lnSpc>
                <a:spcPct val="90000"/>
              </a:lnSpc>
              <a:buFont typeface="Century Gothic" pitchFamily="34" charset="0"/>
              <a:buAutoNum type="arabicPeriod"/>
            </a:pPr>
            <a:r>
              <a:rPr lang="tr-TR" altLang="tr-TR" smtClean="0">
                <a:solidFill>
                  <a:srgbClr val="404040"/>
                </a:solidFill>
              </a:rPr>
              <a:t>Anakart , Hafıza (RAM &amp; ROM), Slotlar, BIOS, Açılış</a:t>
            </a:r>
          </a:p>
          <a:p>
            <a:pPr marL="457200" indent="-457200" eaLnBrk="1" hangingPunct="1">
              <a:lnSpc>
                <a:spcPct val="90000"/>
              </a:lnSpc>
              <a:buFont typeface="Century Gothic" pitchFamily="34" charset="0"/>
              <a:buAutoNum type="arabicPeriod"/>
            </a:pPr>
            <a:r>
              <a:rPr lang="tr-TR" altLang="tr-TR" smtClean="0">
                <a:solidFill>
                  <a:srgbClr val="404040"/>
                </a:solidFill>
              </a:rPr>
              <a:t>İşlemci</a:t>
            </a:r>
          </a:p>
          <a:p>
            <a:pPr marL="457200" indent="-457200" eaLnBrk="1" hangingPunct="1">
              <a:lnSpc>
                <a:spcPct val="90000"/>
              </a:lnSpc>
              <a:buFont typeface="Century Gothic" pitchFamily="34" charset="0"/>
              <a:buAutoNum type="arabicPeriod"/>
            </a:pPr>
            <a:r>
              <a:rPr lang="tr-TR" altLang="tr-TR" smtClean="0">
                <a:solidFill>
                  <a:srgbClr val="404040"/>
                </a:solidFill>
              </a:rPr>
              <a:t>Sabit Disk (IDE, SCSI, SATA, SATA2), Taşınabilir diskler (USB)</a:t>
            </a:r>
          </a:p>
          <a:p>
            <a:pPr marL="457200" indent="-457200" eaLnBrk="1" hangingPunct="1">
              <a:lnSpc>
                <a:spcPct val="90000"/>
              </a:lnSpc>
              <a:buFont typeface="Century Gothic" pitchFamily="34" charset="0"/>
              <a:buAutoNum type="arabicPeriod"/>
            </a:pPr>
            <a:r>
              <a:rPr lang="tr-TR" altLang="tr-TR" smtClean="0">
                <a:solidFill>
                  <a:srgbClr val="404040"/>
                </a:solidFill>
              </a:rPr>
              <a:t>Klavye &amp; Fare, Oyun çubukları, oyun konsoları</a:t>
            </a:r>
          </a:p>
          <a:p>
            <a:pPr marL="457200" indent="-457200" eaLnBrk="1" hangingPunct="1">
              <a:lnSpc>
                <a:spcPct val="90000"/>
              </a:lnSpc>
              <a:buFont typeface="Century Gothic" pitchFamily="34" charset="0"/>
              <a:buAutoNum type="arabicPeriod"/>
            </a:pPr>
            <a:r>
              <a:rPr lang="tr-TR" altLang="tr-TR" smtClean="0">
                <a:solidFill>
                  <a:srgbClr val="404040"/>
                </a:solidFill>
              </a:rPr>
              <a:t>Floppy Diskler ve CD-DVD ROM sürücüler</a:t>
            </a:r>
          </a:p>
          <a:p>
            <a:pPr marL="457200" indent="-457200" eaLnBrk="1" hangingPunct="1">
              <a:lnSpc>
                <a:spcPct val="90000"/>
              </a:lnSpc>
              <a:buFont typeface="Century Gothic" pitchFamily="34" charset="0"/>
              <a:buAutoNum type="arabicPeriod"/>
            </a:pPr>
            <a:r>
              <a:rPr lang="tr-TR" altLang="tr-TR" smtClean="0">
                <a:solidFill>
                  <a:srgbClr val="404040"/>
                </a:solidFill>
              </a:rPr>
              <a:t>Monitör, Ekran Kartı, Web Kameralar</a:t>
            </a:r>
          </a:p>
          <a:p>
            <a:pPr marL="457200" indent="-457200" eaLnBrk="1" hangingPunct="1">
              <a:lnSpc>
                <a:spcPct val="90000"/>
              </a:lnSpc>
              <a:buFont typeface="Century Gothic" pitchFamily="34" charset="0"/>
              <a:buAutoNum type="arabicPeriod"/>
            </a:pPr>
            <a:r>
              <a:rPr lang="tr-TR" altLang="tr-TR" smtClean="0">
                <a:solidFill>
                  <a:srgbClr val="404040"/>
                </a:solidFill>
              </a:rPr>
              <a:t>Ses Donanımı (hoparlör, mikrofon, harici kartlar)</a:t>
            </a:r>
          </a:p>
          <a:p>
            <a:pPr marL="457200" indent="-457200" eaLnBrk="1" hangingPunct="1">
              <a:lnSpc>
                <a:spcPct val="90000"/>
              </a:lnSpc>
              <a:buFont typeface="Century Gothic" pitchFamily="34" charset="0"/>
              <a:buAutoNum type="arabicPeriod"/>
            </a:pPr>
            <a:r>
              <a:rPr lang="tr-TR" altLang="tr-TR" smtClean="0">
                <a:solidFill>
                  <a:srgbClr val="404040"/>
                </a:solidFill>
              </a:rPr>
              <a:t>Kasa, Güç kaynağı ve fanlar, USB Bağlantılar</a:t>
            </a:r>
          </a:p>
          <a:p>
            <a:pPr marL="457200" indent="-457200" eaLnBrk="1" hangingPunct="1">
              <a:lnSpc>
                <a:spcPct val="90000"/>
              </a:lnSpc>
              <a:buFont typeface="Century Gothic" pitchFamily="34" charset="0"/>
              <a:buAutoNum type="arabicPeriod"/>
            </a:pPr>
            <a:r>
              <a:rPr lang="tr-TR" altLang="tr-TR" smtClean="0">
                <a:solidFill>
                  <a:srgbClr val="404040"/>
                </a:solidFill>
              </a:rPr>
              <a:t>Ağ donanımları (Ethernet kartı, kablosuz ve bluetooth kartlar, Ağ cihazları – Modemler)</a:t>
            </a:r>
          </a:p>
          <a:p>
            <a:pPr marL="457200" indent="-457200" eaLnBrk="1" hangingPunct="1">
              <a:lnSpc>
                <a:spcPct val="90000"/>
              </a:lnSpc>
              <a:buFont typeface="Century Gothic" pitchFamily="34" charset="0"/>
              <a:buAutoNum type="arabicPeriod"/>
            </a:pPr>
            <a:r>
              <a:rPr lang="tr-TR" altLang="tr-TR" smtClean="0">
                <a:solidFill>
                  <a:srgbClr val="404040"/>
                </a:solidFill>
              </a:rPr>
              <a:t>Yazıcı &amp; Tarayıcı</a:t>
            </a:r>
          </a:p>
          <a:p>
            <a:pPr marL="457200" indent="-457200" eaLnBrk="1" hangingPunct="1">
              <a:lnSpc>
                <a:spcPct val="90000"/>
              </a:lnSpc>
              <a:buFont typeface="Century Gothic" pitchFamily="34" charset="0"/>
              <a:buAutoNum type="arabicPeriod"/>
            </a:pPr>
            <a:endParaRPr lang="tr-TR" altLang="tr-TR" smtClean="0">
              <a:solidFill>
                <a:srgbClr val="404040"/>
              </a:solidFill>
            </a:endParaRPr>
          </a:p>
        </p:txBody>
      </p:sp>
      <p:sp>
        <p:nvSpPr>
          <p:cNvPr id="4" name="Date Placeholder 3"/>
          <p:cNvSpPr>
            <a:spLocks noGrp="1"/>
          </p:cNvSpPr>
          <p:nvPr>
            <p:ph type="dt" sz="quarter" idx="10"/>
          </p:nvPr>
        </p:nvSpPr>
        <p:spPr/>
        <p:txBody>
          <a:bodyPr/>
          <a:lstStyle/>
          <a:p>
            <a:pPr>
              <a:defRPr/>
            </a:pPr>
            <a:fld id="{15407D7B-39A9-440A-A57E-A03D4F950B46}" type="datetime1">
              <a:rPr lang="tr-TR"/>
              <a:pPr>
                <a:defRPr/>
              </a:pPr>
              <a:t>15.02.2024</a:t>
            </a:fld>
            <a:endParaRPr lang="en-US"/>
          </a:p>
        </p:txBody>
      </p:sp>
      <p:sp>
        <p:nvSpPr>
          <p:cNvPr id="5" name="Slide Number Placeholder 5"/>
          <p:cNvSpPr>
            <a:spLocks noGrp="1"/>
          </p:cNvSpPr>
          <p:nvPr>
            <p:ph type="sldNum" sz="quarter" idx="12"/>
          </p:nvPr>
        </p:nvSpPr>
        <p:spPr/>
        <p:txBody>
          <a:bodyPr/>
          <a:lstStyle/>
          <a:p>
            <a:pPr>
              <a:defRPr/>
            </a:pPr>
            <a:fld id="{16E8AF57-FE6D-403C-AFA1-1D2F41554B8A}" type="slidenum">
              <a:rPr lang="en-US"/>
              <a:pPr>
                <a:defRPr/>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tr-TR" dirty="0" smtClean="0"/>
              <a:t>Sunum Şekli</a:t>
            </a:r>
            <a:endParaRPr lang="tr-TR" dirty="0"/>
          </a:p>
        </p:txBody>
      </p:sp>
      <p:sp>
        <p:nvSpPr>
          <p:cNvPr id="22531" name="Content Placeholder 2"/>
          <p:cNvSpPr>
            <a:spLocks noGrp="1"/>
          </p:cNvSpPr>
          <p:nvPr>
            <p:ph idx="1"/>
          </p:nvPr>
        </p:nvSpPr>
        <p:spPr/>
        <p:txBody>
          <a:bodyPr/>
          <a:lstStyle/>
          <a:p>
            <a:pPr eaLnBrk="1" hangingPunct="1"/>
            <a:r>
              <a:rPr lang="tr-TR" altLang="tr-TR" dirty="0" smtClean="0">
                <a:solidFill>
                  <a:srgbClr val="404040"/>
                </a:solidFill>
              </a:rPr>
              <a:t>Parçanın tarihçesi</a:t>
            </a:r>
          </a:p>
          <a:p>
            <a:pPr eaLnBrk="1" hangingPunct="1"/>
            <a:r>
              <a:rPr lang="tr-TR" altLang="tr-TR" dirty="0" smtClean="0">
                <a:solidFill>
                  <a:srgbClr val="404040"/>
                </a:solidFill>
              </a:rPr>
              <a:t>Nasıl üretildiği</a:t>
            </a:r>
          </a:p>
          <a:p>
            <a:pPr eaLnBrk="1" hangingPunct="1"/>
            <a:r>
              <a:rPr lang="tr-TR" altLang="tr-TR" dirty="0" smtClean="0">
                <a:solidFill>
                  <a:srgbClr val="404040"/>
                </a:solidFill>
              </a:rPr>
              <a:t>Nasıl çalıştığı</a:t>
            </a:r>
          </a:p>
          <a:p>
            <a:pPr eaLnBrk="1" hangingPunct="1"/>
            <a:r>
              <a:rPr lang="tr-TR" altLang="tr-TR" dirty="0" smtClean="0">
                <a:solidFill>
                  <a:srgbClr val="404040"/>
                </a:solidFill>
              </a:rPr>
              <a:t>Çeşitleri, en düşük ve en yüksek kapasiteler</a:t>
            </a:r>
          </a:p>
          <a:p>
            <a:pPr eaLnBrk="1" hangingPunct="1"/>
            <a:r>
              <a:rPr lang="tr-TR" altLang="tr-TR" dirty="0" smtClean="0">
                <a:solidFill>
                  <a:srgbClr val="404040"/>
                </a:solidFill>
              </a:rPr>
              <a:t>Alakalı </a:t>
            </a:r>
            <a:r>
              <a:rPr lang="tr-TR" altLang="tr-TR" dirty="0" smtClean="0">
                <a:solidFill>
                  <a:srgbClr val="404040"/>
                </a:solidFill>
              </a:rPr>
              <a:t>kısaltmaların açıklamaları (HDMI ?)</a:t>
            </a:r>
          </a:p>
          <a:p>
            <a:pPr eaLnBrk="1" hangingPunct="1"/>
            <a:endParaRPr lang="tr-TR" altLang="tr-TR" dirty="0" smtClean="0">
              <a:solidFill>
                <a:srgbClr val="404040"/>
              </a:solidFill>
            </a:endParaRPr>
          </a:p>
          <a:p>
            <a:pPr eaLnBrk="1" hangingPunct="1"/>
            <a:r>
              <a:rPr lang="tr-TR" altLang="tr-TR" dirty="0" smtClean="0">
                <a:solidFill>
                  <a:srgbClr val="404040"/>
                </a:solidFill>
              </a:rPr>
              <a:t>Sunum için </a:t>
            </a:r>
            <a:r>
              <a:rPr lang="tr-TR" altLang="tr-TR" dirty="0" err="1" smtClean="0">
                <a:solidFill>
                  <a:srgbClr val="404040"/>
                </a:solidFill>
              </a:rPr>
              <a:t>Powerpoint</a:t>
            </a:r>
            <a:r>
              <a:rPr lang="tr-TR" altLang="tr-TR" dirty="0" smtClean="0">
                <a:solidFill>
                  <a:srgbClr val="404040"/>
                </a:solidFill>
              </a:rPr>
              <a:t> sunumu</a:t>
            </a:r>
          </a:p>
          <a:p>
            <a:pPr eaLnBrk="1" hangingPunct="1"/>
            <a:r>
              <a:rPr lang="tr-TR" altLang="tr-TR" dirty="0" smtClean="0">
                <a:solidFill>
                  <a:srgbClr val="404040"/>
                </a:solidFill>
              </a:rPr>
              <a:t>Bir kaç sayfalık PDF dokümanı</a:t>
            </a:r>
          </a:p>
          <a:p>
            <a:pPr eaLnBrk="1" hangingPunct="1"/>
            <a:r>
              <a:rPr lang="tr-TR" altLang="tr-TR" dirty="0" smtClean="0">
                <a:solidFill>
                  <a:srgbClr val="404040"/>
                </a:solidFill>
              </a:rPr>
              <a:t>Bir Poster (e-poster (edu.glogster.com) )</a:t>
            </a:r>
            <a:endParaRPr lang="en-US" altLang="tr-TR" dirty="0" smtClean="0">
              <a:solidFill>
                <a:srgbClr val="404040"/>
              </a:solidFill>
            </a:endParaRPr>
          </a:p>
          <a:p>
            <a:pPr marL="0" indent="0" eaLnBrk="1" hangingPunct="1">
              <a:buNone/>
            </a:pPr>
            <a:endParaRPr lang="tr-TR" altLang="tr-TR" dirty="0" smtClean="0">
              <a:solidFill>
                <a:srgbClr val="404040"/>
              </a:solidFill>
            </a:endParaRPr>
          </a:p>
        </p:txBody>
      </p:sp>
      <p:sp>
        <p:nvSpPr>
          <p:cNvPr id="4" name="Date Placeholder 3"/>
          <p:cNvSpPr>
            <a:spLocks noGrp="1"/>
          </p:cNvSpPr>
          <p:nvPr>
            <p:ph type="dt" sz="quarter" idx="10"/>
          </p:nvPr>
        </p:nvSpPr>
        <p:spPr/>
        <p:txBody>
          <a:bodyPr/>
          <a:lstStyle/>
          <a:p>
            <a:pPr>
              <a:defRPr/>
            </a:pPr>
            <a:fld id="{AECD94BF-ED43-48E5-B0DC-E03E61393D36}" type="datetime1">
              <a:rPr lang="tr-TR" smtClean="0"/>
              <a:pPr>
                <a:defRPr/>
              </a:pPr>
              <a:t>15.02.2024</a:t>
            </a:fld>
            <a:endParaRPr lang="en-US"/>
          </a:p>
        </p:txBody>
      </p:sp>
      <p:sp>
        <p:nvSpPr>
          <p:cNvPr id="5" name="Slide Number Placeholder 4"/>
          <p:cNvSpPr>
            <a:spLocks noGrp="1"/>
          </p:cNvSpPr>
          <p:nvPr>
            <p:ph type="sldNum" sz="quarter" idx="12"/>
          </p:nvPr>
        </p:nvSpPr>
        <p:spPr/>
        <p:txBody>
          <a:bodyPr/>
          <a:lstStyle/>
          <a:p>
            <a:pPr>
              <a:defRPr/>
            </a:pPr>
            <a:fld id="{923532FF-BA2A-44C1-A3D1-548B55666C90}" type="slidenum">
              <a:rPr lang="en-US" smtClean="0"/>
              <a:pPr>
                <a:defRPr/>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fontAlgn="auto" hangingPunct="1">
              <a:spcAft>
                <a:spcPts val="0"/>
              </a:spcAft>
              <a:defRPr/>
            </a:pPr>
            <a:r>
              <a:rPr lang="tr-TR"/>
              <a:t>Kaynakça</a:t>
            </a:r>
          </a:p>
        </p:txBody>
      </p:sp>
      <p:sp>
        <p:nvSpPr>
          <p:cNvPr id="32771" name="Rectangle 3"/>
          <p:cNvSpPr>
            <a:spLocks noGrp="1" noChangeArrowheads="1"/>
          </p:cNvSpPr>
          <p:nvPr>
            <p:ph idx="1"/>
          </p:nvPr>
        </p:nvSpPr>
        <p:spPr/>
        <p:txBody>
          <a:bodyPr rtlCol="0">
            <a:normAutofit/>
          </a:bodyPr>
          <a:lstStyle/>
          <a:p>
            <a:pPr eaLnBrk="1" fontAlgn="auto" hangingPunct="1">
              <a:spcAft>
                <a:spcPts val="0"/>
              </a:spcAft>
              <a:buFont typeface="Arial" pitchFamily="34" charset="0"/>
              <a:buChar char="•"/>
              <a:defRPr/>
            </a:pPr>
            <a:r>
              <a:rPr lang="en-US" dirty="0" smtClean="0">
                <a:hlinkClick r:id="rId2"/>
              </a:rPr>
              <a:t>http://moodle.midas.baskent.edu.tr/</a:t>
            </a:r>
            <a:endParaRPr lang="en-US" dirty="0" smtClean="0"/>
          </a:p>
          <a:p>
            <a:pPr eaLnBrk="1" fontAlgn="auto" hangingPunct="1">
              <a:spcAft>
                <a:spcPts val="0"/>
              </a:spcAft>
              <a:buFont typeface="Arial" pitchFamily="34" charset="0"/>
              <a:buChar char="•"/>
              <a:defRPr/>
            </a:pPr>
            <a:r>
              <a:rPr lang="en-US" smtClean="0">
                <a:hlinkClick r:id="rId3"/>
              </a:rPr>
              <a:t>http://bote.hacettepe.edu.tr/wiki/index.php/Bilgisayar_Donan%C4%B1m%C4%B1</a:t>
            </a:r>
            <a:endParaRPr lang="en-US" smtClean="0"/>
          </a:p>
          <a:p>
            <a:pPr eaLnBrk="1" fontAlgn="auto" hangingPunct="1">
              <a:spcAft>
                <a:spcPts val="0"/>
              </a:spcAft>
              <a:buFont typeface="Arial" pitchFamily="34" charset="0"/>
              <a:buChar char="•"/>
              <a:defRPr/>
            </a:pPr>
            <a:r>
              <a:rPr lang="tr-TR" dirty="0" smtClean="0">
                <a:hlinkClick r:id="rId4"/>
              </a:rPr>
              <a:t>http</a:t>
            </a:r>
            <a:r>
              <a:rPr lang="tr-TR" dirty="0">
                <a:hlinkClick r:id="rId4"/>
              </a:rPr>
              <a:t>://enformatik.balikesir.edu.tr/donanim/bolum_b/tem_kavram.htm</a:t>
            </a:r>
            <a:endParaRPr lang="tr-TR" dirty="0"/>
          </a:p>
          <a:p>
            <a:pPr eaLnBrk="1" fontAlgn="auto" hangingPunct="1">
              <a:spcAft>
                <a:spcPts val="0"/>
              </a:spcAft>
              <a:buFont typeface="Arial" pitchFamily="34" charset="0"/>
              <a:buChar char="•"/>
              <a:defRPr/>
            </a:pPr>
            <a:r>
              <a:rPr lang="tr-TR" dirty="0">
                <a:hlinkClick r:id="rId5"/>
              </a:rPr>
              <a:t>http://www.pclabs.com.tr/2003/03/07/islemciler-cpu-nasil-calisir/</a:t>
            </a:r>
            <a:endParaRPr lang="tr-TR" dirty="0"/>
          </a:p>
        </p:txBody>
      </p:sp>
      <p:sp>
        <p:nvSpPr>
          <p:cNvPr id="4" name="Date Placeholder 3"/>
          <p:cNvSpPr>
            <a:spLocks noGrp="1"/>
          </p:cNvSpPr>
          <p:nvPr>
            <p:ph type="dt" sz="quarter" idx="10"/>
          </p:nvPr>
        </p:nvSpPr>
        <p:spPr/>
        <p:txBody>
          <a:bodyPr/>
          <a:lstStyle/>
          <a:p>
            <a:pPr>
              <a:defRPr/>
            </a:pPr>
            <a:fld id="{F6D8C3BE-0B79-4415-A91A-033D624156AA}" type="datetime1">
              <a:rPr lang="tr-TR"/>
              <a:pPr>
                <a:defRPr/>
              </a:pPr>
              <a:t>15.02.2024</a:t>
            </a:fld>
            <a:endParaRPr lang="en-US"/>
          </a:p>
        </p:txBody>
      </p:sp>
      <p:sp>
        <p:nvSpPr>
          <p:cNvPr id="5" name="Slide Number Placeholder 5"/>
          <p:cNvSpPr>
            <a:spLocks noGrp="1"/>
          </p:cNvSpPr>
          <p:nvPr>
            <p:ph type="sldNum" sz="quarter" idx="12"/>
          </p:nvPr>
        </p:nvSpPr>
        <p:spPr/>
        <p:txBody>
          <a:bodyPr/>
          <a:lstStyle/>
          <a:p>
            <a:pPr>
              <a:defRPr/>
            </a:pPr>
            <a:fld id="{31F2733B-FBB2-49AC-BF20-6FBFA8938C52}" type="slidenum">
              <a:rPr lang="en-US"/>
              <a:pPr>
                <a:defRPr/>
              </a:pPr>
              <a:t>22</a:t>
            </a:fld>
            <a:endParaRPr lang="en-US"/>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HalilersoyTheme1">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HalilersoyTheme1</Template>
  <TotalTime>1010</TotalTime>
  <Words>631</Words>
  <Application>Microsoft Office PowerPoint</Application>
  <PresentationFormat>Ekran Gösterisi (4:3)</PresentationFormat>
  <Paragraphs>156</Paragraphs>
  <Slides>22</Slides>
  <Notes>0</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22</vt:i4>
      </vt:variant>
    </vt:vector>
  </HeadingPairs>
  <TitlesOfParts>
    <vt:vector size="29" baseType="lpstr">
      <vt:lpstr>Arial</vt:lpstr>
      <vt:lpstr>Century Gothic</vt:lpstr>
      <vt:lpstr>Courier New</vt:lpstr>
      <vt:lpstr>Palatino Linotype</vt:lpstr>
      <vt:lpstr>Trebuchet MS</vt:lpstr>
      <vt:lpstr>Wingdings</vt:lpstr>
      <vt:lpstr>HalilersoyTheme1</vt:lpstr>
      <vt:lpstr>Bilgisayar Donanımı Dersi</vt:lpstr>
      <vt:lpstr>PowerPoint Sunusu</vt:lpstr>
      <vt:lpstr>Bilgisayarın Mimarı Yapısı ve Çalışma Mantığı</vt:lpstr>
      <vt:lpstr>Bilgisayarın Mimarı Yapısı ve Çalışma Mantığı</vt:lpstr>
      <vt:lpstr>Bilgisayarın Mimarı Yapısı ve Çalışma Mantığı</vt:lpstr>
      <vt:lpstr>Bilgisayarın Mimarı Yapısı ve Çalışma Mantığı</vt:lpstr>
      <vt:lpstr>Bilgisayarın Çalışma Mantığı</vt:lpstr>
      <vt:lpstr>PowerPoint Sunusu</vt:lpstr>
      <vt:lpstr>Bilgisayarda Veri İşleme</vt:lpstr>
      <vt:lpstr>Bilgisayarda Veri İşleme</vt:lpstr>
      <vt:lpstr>Silikon Devreler</vt:lpstr>
      <vt:lpstr>Veriyolları</vt:lpstr>
      <vt:lpstr>Hafıza ve Depolama</vt:lpstr>
      <vt:lpstr>Klavye &amp; Fare</vt:lpstr>
      <vt:lpstr>Monitör ve Ekran Kartı</vt:lpstr>
      <vt:lpstr>Kasa </vt:lpstr>
      <vt:lpstr>Ağ Donanımları</vt:lpstr>
      <vt:lpstr>Ses Donanımları</vt:lpstr>
      <vt:lpstr>Yazıcı ve Tarayıcı</vt:lpstr>
      <vt:lpstr>Sunum Konuları</vt:lpstr>
      <vt:lpstr>Sunum Şekli</vt:lpstr>
      <vt:lpstr>Kaynakça</vt:lpstr>
    </vt:vector>
  </TitlesOfParts>
  <Company>eu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Bilgisayar Donanımı Dersi</dc:title>
  <dc:creator>eu</dc:creator>
  <cp:lastModifiedBy>ali buldu</cp:lastModifiedBy>
  <cp:revision>105</cp:revision>
  <dcterms:created xsi:type="dcterms:W3CDTF">2007-09-16T20:49:20Z</dcterms:created>
  <dcterms:modified xsi:type="dcterms:W3CDTF">2024-02-15T06:51:59Z</dcterms:modified>
</cp:coreProperties>
</file>