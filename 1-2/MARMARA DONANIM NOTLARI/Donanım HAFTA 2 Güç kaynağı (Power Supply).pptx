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4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6" r:id="rId20"/>
    <p:sldId id="273" r:id="rId21"/>
    <p:sldId id="275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sldSz cx="9144000" cy="6858000" type="screen4x3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2" d="100"/>
          <a:sy n="52" d="100"/>
        </p:scale>
        <p:origin x="-1434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6B217-07A9-433B-BCB2-BB904F46721B}" type="datetimeFigureOut">
              <a:rPr lang="tr-TR" smtClean="0"/>
              <a:t>11/02/2019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91FFE-CBB3-4058-8CAD-670FE9C3E71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2592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6B217-07A9-433B-BCB2-BB904F46721B}" type="datetimeFigureOut">
              <a:rPr lang="tr-TR" smtClean="0"/>
              <a:t>11/02/2019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91FFE-CBB3-4058-8CAD-670FE9C3E71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19983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6B217-07A9-433B-BCB2-BB904F46721B}" type="datetimeFigureOut">
              <a:rPr lang="tr-TR" smtClean="0"/>
              <a:t>11/02/2019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91FFE-CBB3-4058-8CAD-670FE9C3E71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202438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6B217-07A9-433B-BCB2-BB904F46721B}" type="datetimeFigureOut">
              <a:rPr lang="tr-TR" smtClean="0"/>
              <a:t>11/02/2019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91FFE-CBB3-4058-8CAD-670FE9C3E71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42396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6B217-07A9-433B-BCB2-BB904F46721B}" type="datetimeFigureOut">
              <a:rPr lang="tr-TR" smtClean="0"/>
              <a:t>11/02/2019</a:t>
            </a:fld>
            <a:endParaRPr lang="tr-TR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91FFE-CBB3-4058-8CAD-670FE9C3E71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79147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6B217-07A9-433B-BCB2-BB904F46721B}" type="datetimeFigureOut">
              <a:rPr lang="tr-TR" smtClean="0"/>
              <a:t>11/02/2019</a:t>
            </a:fld>
            <a:endParaRPr lang="tr-TR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91FFE-CBB3-4058-8CAD-670FE9C3E71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529619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6B217-07A9-433B-BCB2-BB904F46721B}" type="datetimeFigureOut">
              <a:rPr lang="tr-TR" smtClean="0"/>
              <a:t>11/02/2019</a:t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91FFE-CBB3-4058-8CAD-670FE9C3E71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2627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6B217-07A9-433B-BCB2-BB904F46721B}" type="datetimeFigureOut">
              <a:rPr lang="tr-TR" smtClean="0"/>
              <a:t>11/02/2019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91FFE-CBB3-4058-8CAD-670FE9C3E71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237011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6B217-07A9-433B-BCB2-BB904F46721B}" type="datetimeFigureOut">
              <a:rPr lang="tr-TR" smtClean="0"/>
              <a:t>11/02/2019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91FFE-CBB3-4058-8CAD-670FE9C3E71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43633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6B217-07A9-433B-BCB2-BB904F46721B}" type="datetimeFigureOut">
              <a:rPr lang="tr-TR" smtClean="0"/>
              <a:t>11/02/2019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91FFE-CBB3-4058-8CAD-670FE9C3E71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088404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6B217-07A9-433B-BCB2-BB904F46721B}" type="datetimeFigureOut">
              <a:rPr lang="tr-TR" smtClean="0"/>
              <a:t>11/02/2019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91FFE-CBB3-4058-8CAD-670FE9C3E71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70286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C6B217-07A9-433B-BCB2-BB904F46721B}" type="datetimeFigureOut">
              <a:rPr lang="tr-TR" smtClean="0"/>
              <a:t>11/02/2019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B91FFE-CBB3-4058-8CAD-670FE9C3E71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15192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>
          <a:xfrm>
            <a:off x="755576" y="476672"/>
            <a:ext cx="7772400" cy="506487"/>
          </a:xfrm>
        </p:spPr>
        <p:txBody>
          <a:bodyPr>
            <a:normAutofit fontScale="90000"/>
          </a:bodyPr>
          <a:lstStyle/>
          <a:p>
            <a:r>
              <a:rPr lang="tr-TR" dirty="0" smtClean="0"/>
              <a:t>Güç kaynağı (</a:t>
            </a:r>
            <a:r>
              <a:rPr lang="tr-TR" dirty="0" err="1" smtClean="0"/>
              <a:t>Power</a:t>
            </a:r>
            <a:r>
              <a:rPr lang="tr-TR" dirty="0" smtClean="0"/>
              <a:t> </a:t>
            </a:r>
            <a:r>
              <a:rPr lang="tr-TR" dirty="0" err="1" smtClean="0"/>
              <a:t>Supply</a:t>
            </a:r>
            <a:r>
              <a:rPr lang="tr-TR" dirty="0" smtClean="0"/>
              <a:t>)</a:t>
            </a:r>
            <a:endParaRPr lang="tr-TR" dirty="0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371600" y="3621435"/>
            <a:ext cx="6400800" cy="2975917"/>
          </a:xfrm>
        </p:spPr>
        <p:txBody>
          <a:bodyPr/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tr-TR" dirty="0" smtClean="0">
                <a:solidFill>
                  <a:schemeClr val="tx1"/>
                </a:solidFill>
              </a:rPr>
              <a:t>PC Güç kaynakları ve Bağlantılar 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tr-TR" dirty="0" smtClean="0">
                <a:solidFill>
                  <a:schemeClr val="tx1"/>
                </a:solidFill>
              </a:rPr>
              <a:t>Şekil Faktörleri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tr-TR" dirty="0" smtClean="0">
                <a:solidFill>
                  <a:schemeClr val="tx1"/>
                </a:solidFill>
              </a:rPr>
              <a:t>Güç Gereksinimi 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tr-TR" dirty="0" smtClean="0">
                <a:solidFill>
                  <a:schemeClr val="tx1"/>
                </a:solidFill>
              </a:rPr>
              <a:t>Soğutma havalandırma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tr-TR" dirty="0" smtClean="0">
                <a:solidFill>
                  <a:schemeClr val="tx1"/>
                </a:solidFill>
              </a:rPr>
              <a:t>Güç kaynağı arızaları 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tr-TR" dirty="0" smtClean="0">
              <a:solidFill>
                <a:schemeClr val="tx1"/>
              </a:solidFill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tr-TR" dirty="0">
              <a:solidFill>
                <a:schemeClr val="tx1"/>
              </a:solidFill>
            </a:endParaRP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160" y="1268760"/>
            <a:ext cx="3105150" cy="235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06230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Güç kaynağının blok yapısı  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700808"/>
            <a:ext cx="8280920" cy="39562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944" y="1853208"/>
            <a:ext cx="8280920" cy="39562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894982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799" y="620688"/>
            <a:ext cx="8309569" cy="5505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633749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17" y="822192"/>
            <a:ext cx="8744971" cy="54151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392965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332657"/>
            <a:ext cx="8352928" cy="6120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295853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260648"/>
            <a:ext cx="8568952" cy="6192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807491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" y="908720"/>
            <a:ext cx="7543800" cy="51642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275864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1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640" y="677069"/>
            <a:ext cx="8492840" cy="5976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929025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173" y="404664"/>
            <a:ext cx="8837323" cy="62803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039382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9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88" y="332656"/>
            <a:ext cx="8897400" cy="62646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768527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1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353" y="476671"/>
            <a:ext cx="8719135" cy="57449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961120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300" y="692696"/>
            <a:ext cx="8016180" cy="5112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970845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028" y="260648"/>
            <a:ext cx="8432436" cy="6192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608361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378" y="692696"/>
            <a:ext cx="8054070" cy="5760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298891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484784"/>
            <a:ext cx="7344815" cy="4979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620688"/>
            <a:ext cx="8208912" cy="576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463449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084" y="229390"/>
            <a:ext cx="8568404" cy="6439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641971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07" y="332656"/>
            <a:ext cx="8675765" cy="62646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371621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680" y="404664"/>
            <a:ext cx="8742800" cy="6120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09317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908720"/>
            <a:ext cx="8208912" cy="54726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246184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442356"/>
            <a:ext cx="7920880" cy="59389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298759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510" y="332656"/>
            <a:ext cx="8937490" cy="6192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371044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856" y="476672"/>
            <a:ext cx="8204615" cy="56494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155675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1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554" y="404664"/>
            <a:ext cx="8693926" cy="5721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062794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8" y="404664"/>
            <a:ext cx="8451276" cy="5721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068686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630" y="404664"/>
            <a:ext cx="8647842" cy="5721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977837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3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764704"/>
            <a:ext cx="7848872" cy="54993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288465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765" y="620688"/>
            <a:ext cx="8775723" cy="5760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813110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562" y="404664"/>
            <a:ext cx="8335894" cy="5721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476377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794" y="620688"/>
            <a:ext cx="8218670" cy="5505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882584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447" y="548680"/>
            <a:ext cx="8115985" cy="55774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6989421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" y="809624"/>
            <a:ext cx="7543800" cy="54996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019650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093" y="551660"/>
            <a:ext cx="7987347" cy="5574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709866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663" y="847725"/>
            <a:ext cx="7686675" cy="5162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5337806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215" y="476672"/>
            <a:ext cx="8452249" cy="58360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7440437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28" y="332655"/>
            <a:ext cx="8836952" cy="60583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5928200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3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537" y="98248"/>
            <a:ext cx="9060373" cy="6759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8484907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548680"/>
            <a:ext cx="8136904" cy="55774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1769500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825" y="871538"/>
            <a:ext cx="7372350" cy="511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9825166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001" y="404664"/>
            <a:ext cx="8641237" cy="5904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6649559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404664"/>
            <a:ext cx="8064896" cy="5721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80185193"/>
      </p:ext>
    </p:extLst>
  </p:cSld>
  <p:clrMapOvr>
    <a:masterClrMapping/>
  </p:clrMapOvr>
</p:sld>
</file>

<file path=ppt/theme/theme1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24</Words>
  <Application>Microsoft Office PowerPoint</Application>
  <PresentationFormat>Ekran Gösterisi (4:3)</PresentationFormat>
  <Paragraphs>7</Paragraphs>
  <Slides>40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40</vt:i4>
      </vt:variant>
    </vt:vector>
  </HeadingPairs>
  <TitlesOfParts>
    <vt:vector size="41" baseType="lpstr">
      <vt:lpstr>Ofis Teması</vt:lpstr>
      <vt:lpstr>Güç kaynağı (Power Supply)</vt:lpstr>
      <vt:lpstr>Güç kaynağının blok yapısı  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Güç kaynağı (Power Supply)</dc:title>
  <dc:creator>bilgisayarim</dc:creator>
  <cp:lastModifiedBy>bilgisayarim</cp:lastModifiedBy>
  <cp:revision>34</cp:revision>
  <dcterms:created xsi:type="dcterms:W3CDTF">2019-02-11T11:56:19Z</dcterms:created>
  <dcterms:modified xsi:type="dcterms:W3CDTF">2019-02-11T14:09:54Z</dcterms:modified>
</cp:coreProperties>
</file>